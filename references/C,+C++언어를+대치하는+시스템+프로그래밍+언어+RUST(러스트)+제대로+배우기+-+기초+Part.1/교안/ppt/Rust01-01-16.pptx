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image" Target="../media/image-29-3.png"/><Relationship Id="rId4" Type="http://schemas.openxmlformats.org/officeDocument/2006/relationships/image" Target="../media/image-2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09037" y="1707642"/>
            <a:ext cx="356616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01-01-16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타입 사용하기</a:t>
            </a:r>
            <a:endParaRPr lang="en-US" sz="3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5314" y="1563624"/>
            <a:ext cx="2011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01-01-16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타입 사용하기</a:t>
            </a:r>
            <a:endParaRPr lang="en-US" sz="2665" dirty="0"/>
          </a:p>
        </p:txBody>
      </p:sp>
      <p:sp>
        <p:nvSpPr>
          <p:cNvPr id="3" name="Text 1"/>
          <p:cNvSpPr/>
          <p:nvPr/>
        </p:nvSpPr>
        <p:spPr>
          <a:xfrm>
            <a:off x="3624682" y="642938"/>
            <a:ext cx="39319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십진수가 아닌 숫자 기반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3624682" y="1481328"/>
            <a:ext cx="42976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리터럴에서 밑줄 사용하기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3624682" y="2823781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지수 표기법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3624682" y="3662172"/>
            <a:ext cx="4389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종류의 부호 있는 정수 숫자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3624682" y="5004626"/>
            <a:ext cx="40233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부호 없는 정수 숫자 타입</a:t>
            </a:r>
            <a:endParaRPr lang="en-US" sz="2665" dirty="0"/>
          </a:p>
        </p:txBody>
      </p:sp>
      <p:sp>
        <p:nvSpPr>
          <p:cNvPr id="8" name="Text 6"/>
          <p:cNvSpPr/>
          <p:nvPr/>
        </p:nvSpPr>
        <p:spPr>
          <a:xfrm>
            <a:off x="3624682" y="5843016"/>
            <a:ext cx="4389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대상에 따라 다른 정수 숫자 타입</a:t>
            </a:r>
            <a:endParaRPr lang="en-US" sz="2665" dirty="0"/>
          </a:p>
        </p:txBody>
      </p:sp>
      <p:sp>
        <p:nvSpPr>
          <p:cNvPr id="9" name="Text 7"/>
          <p:cNvSpPr/>
          <p:nvPr/>
        </p:nvSpPr>
        <p:spPr>
          <a:xfrm>
            <a:off x="3624682" y="7185469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추론</a:t>
            </a:r>
            <a:endParaRPr lang="en-US" sz="2665" dirty="0"/>
          </a:p>
        </p:txBody>
      </p:sp>
      <p:sp>
        <p:nvSpPr>
          <p:cNvPr id="10" name="Text 8"/>
          <p:cNvSpPr/>
          <p:nvPr/>
        </p:nvSpPr>
        <p:spPr>
          <a:xfrm>
            <a:off x="3624682" y="8023860"/>
            <a:ext cx="3108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추론 알고리즘</a:t>
            </a:r>
            <a:endParaRPr lang="en-US" sz="2665" dirty="0"/>
          </a:p>
        </p:txBody>
      </p:sp>
      <p:sp>
        <p:nvSpPr>
          <p:cNvPr id="11" name="Text 9"/>
          <p:cNvSpPr/>
          <p:nvPr/>
        </p:nvSpPr>
        <p:spPr>
          <a:xfrm>
            <a:off x="3624682" y="8862251"/>
            <a:ext cx="35661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부동 소수점 숫자 타입</a:t>
            </a:r>
            <a:endParaRPr lang="en-US" sz="2665" dirty="0"/>
          </a:p>
        </p:txBody>
      </p:sp>
      <p:sp>
        <p:nvSpPr>
          <p:cNvPr id="12" name="Text 10"/>
          <p:cNvSpPr/>
          <p:nvPr/>
        </p:nvSpPr>
        <p:spPr>
          <a:xfrm>
            <a:off x="3624682" y="9700641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명시적 변환</a:t>
            </a:r>
            <a:endParaRPr lang="en-US" sz="2665" dirty="0"/>
          </a:p>
        </p:txBody>
      </p:sp>
      <p:sp>
        <p:nvSpPr>
          <p:cNvPr id="13" name="Text 11"/>
          <p:cNvSpPr/>
          <p:nvPr/>
        </p:nvSpPr>
        <p:spPr>
          <a:xfrm>
            <a:off x="3624682" y="10539032"/>
            <a:ext cx="42976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리터럴의 타입 접미사</a:t>
            </a:r>
            <a:endParaRPr lang="en-US" sz="2665" dirty="0"/>
          </a:p>
        </p:txBody>
      </p:sp>
      <p:sp>
        <p:nvSpPr>
          <p:cNvPr id="14" name="Text 12"/>
          <p:cNvSpPr/>
          <p:nvPr/>
        </p:nvSpPr>
        <p:spPr>
          <a:xfrm>
            <a:off x="3624682" y="11377422"/>
            <a:ext cx="23774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숫자 타입</a:t>
            </a:r>
            <a:endParaRPr lang="en-US" sz="2665" dirty="0"/>
          </a:p>
        </p:txBody>
      </p:sp>
      <p:sp>
        <p:nvSpPr>
          <p:cNvPr id="15" name="Text 13"/>
          <p:cNvSpPr/>
          <p:nvPr/>
        </p:nvSpPr>
        <p:spPr>
          <a:xfrm>
            <a:off x="3624682" y="12215813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불리언과 문자</a:t>
            </a:r>
            <a:endParaRPr lang="en-US" sz="2665" dirty="0"/>
          </a:p>
        </p:txBody>
      </p:sp>
      <p:sp>
        <p:nvSpPr>
          <p:cNvPr id="16" name="Text 14"/>
          <p:cNvSpPr/>
          <p:nvPr/>
        </p:nvSpPr>
        <p:spPr>
          <a:xfrm>
            <a:off x="3624682" y="13054203"/>
            <a:ext cx="1188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튜플</a:t>
            </a:r>
            <a:endParaRPr lang="en-US" sz="2665" dirty="0"/>
          </a:p>
        </p:txBody>
      </p:sp>
      <p:sp>
        <p:nvSpPr>
          <p:cNvPr id="17" name="Text 15"/>
          <p:cNvSpPr/>
          <p:nvPr/>
        </p:nvSpPr>
        <p:spPr>
          <a:xfrm>
            <a:off x="3624682" y="13892594"/>
            <a:ext cx="2743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 타입</a:t>
            </a:r>
            <a:endParaRPr lang="en-US" sz="2665" dirty="0"/>
          </a:p>
        </p:txBody>
      </p:sp>
      <p:sp>
        <p:nvSpPr>
          <p:cNvPr id="18" name="Text 16"/>
          <p:cNvSpPr/>
          <p:nvPr/>
        </p:nvSpPr>
        <p:spPr>
          <a:xfrm>
            <a:off x="3624682" y="14730984"/>
            <a:ext cx="73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상수</a:t>
            </a:r>
            <a:endParaRPr lang="en-US" sz="2665" dirty="0"/>
          </a:p>
        </p:txBody>
      </p:sp>
      <p:sp>
        <p:nvSpPr>
          <p:cNvPr id="19" name="Text 17"/>
          <p:cNvSpPr/>
          <p:nvPr/>
        </p:nvSpPr>
        <p:spPr>
          <a:xfrm>
            <a:off x="3624682" y="15569374"/>
            <a:ext cx="3840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표현식의 타입 발견하기</a:t>
            </a:r>
            <a:endParaRPr lang="en-US" sz="2665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78785" y="642938"/>
            <a:ext cx="544982" cy="1931899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78785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10892"/>
            <a:ext cx="768096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819"/>
              </a:lnSpc>
              <a:buNone/>
            </a:pPr>
            <a:r>
              <a:rPr lang="en-US" sz="52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십진수가 아닌 숫자 기반</a:t>
            </a:r>
            <a:endParaRPr lang="en-US" sz="524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084250"/>
            <a:ext cx="713232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십진수가 아닌 숫자 기반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390595"/>
            <a:ext cx="22860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0x, 0o, 0b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956484"/>
            <a:ext cx="7086600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006" y="2211191"/>
            <a:ext cx="7680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334"/>
              </a:lnSpc>
              <a:buNone/>
            </a:pPr>
            <a:r>
              <a:rPr lang="en-US" sz="410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리터럴에서 밑줄 사용하기</a:t>
            </a:r>
            <a:endParaRPr lang="en-US" sz="410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084250"/>
            <a:ext cx="694944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리터럴에서 밑줄 사용하기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390595"/>
            <a:ext cx="36576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956484"/>
            <a:ext cx="6886346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지수 표기법</a:t>
            </a:r>
            <a:endParaRPr lang="en-US" sz="571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384048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지수 표기법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36576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3806647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150" y="2223535"/>
            <a:ext cx="768096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152"/>
              </a:lnSpc>
              <a:buNone/>
            </a:pPr>
            <a:r>
              <a:rPr lang="en-US" sz="3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종류의 부호 있는 정수 숫자</a:t>
            </a:r>
            <a:endParaRPr lang="en-US" sz="3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777" y="2122208"/>
            <a:ext cx="777240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654"/>
              </a:lnSpc>
              <a:buNone/>
            </a:pPr>
            <a:r>
              <a:rPr lang="en-US" sz="51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부호 없는 정수 숫자 타입</a:t>
            </a:r>
            <a:endParaRPr lang="en-US" sz="511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5917" y="2222506"/>
            <a:ext cx="77724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169"/>
              </a:lnSpc>
              <a:buNone/>
            </a:pPr>
            <a:r>
              <a:rPr lang="en-US" sz="39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대상에 따라 다른 정수 숫자 타입</a:t>
            </a:r>
            <a:endParaRPr lang="en-US" sz="3976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추론</a:t>
            </a:r>
            <a:endParaRPr lang="en-US" sz="571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187" y="2070259"/>
            <a:ext cx="6675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추론 알고리즘</a:t>
            </a:r>
            <a:endParaRPr lang="en-US" sz="571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070259"/>
            <a:ext cx="75895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부동 소수점 숫자 타입</a:t>
            </a:r>
            <a:endParaRPr lang="en-US" sz="571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713232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부동 소수점 숫자 타입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173736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f32, f64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7086600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명시적 변환</a:t>
            </a:r>
            <a:endParaRPr lang="en-US" sz="571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384048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명시적 변환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173736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타입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3806647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146" y="2148440"/>
            <a:ext cx="777240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269"/>
              </a:lnSpc>
              <a:buNone/>
            </a:pPr>
            <a:r>
              <a:rPr lang="en-US" sz="48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리터럴의 타입 접미사</a:t>
            </a:r>
            <a:endParaRPr lang="en-US" sz="4822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084250"/>
            <a:ext cx="713232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리터럴의 타입 접미사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390595"/>
            <a:ext cx="41148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u,i8,i16,32,64,128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956484"/>
            <a:ext cx="7086600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0026" y="2070259"/>
            <a:ext cx="5120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숫자 타입</a:t>
            </a:r>
            <a:endParaRPr lang="en-US" sz="571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8840" y="2070259"/>
            <a:ext cx="48463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불리언과 문자</a:t>
            </a:r>
            <a:endParaRPr lang="en-US" sz="571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457200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불리언과 문자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13716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true, ''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4526280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6470" y="2070259"/>
            <a:ext cx="25603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튜플</a:t>
            </a:r>
            <a:endParaRPr lang="en-US" sz="571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37744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튜플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36576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()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2365553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54864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()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100584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void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94914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4572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튜플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4150" y="2070259"/>
            <a:ext cx="5852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 타입</a:t>
            </a:r>
            <a:endParaRPr lang="en-US" sz="571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62963" y="1903095"/>
            <a:ext cx="228600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 타입</a:t>
            </a:r>
            <a:endParaRPr lang="en-US" sz="3807" dirty="0"/>
          </a:p>
        </p:txBody>
      </p:sp>
      <p:sp>
        <p:nvSpPr>
          <p:cNvPr id="3" name="Text 1"/>
          <p:cNvSpPr/>
          <p:nvPr/>
        </p:nvSpPr>
        <p:spPr>
          <a:xfrm>
            <a:off x="4572000" y="1592942"/>
            <a:ext cx="1828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[타입;크기]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4572000" y="3046495"/>
            <a:ext cx="1828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Vec&lt;타입&gt;</a:t>
            </a:r>
            <a:endParaRPr lang="en-US" sz="266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7018" y="1592942"/>
            <a:ext cx="544982" cy="98292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7018" y="2570207"/>
            <a:ext cx="544982" cy="97880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0246" y="2070259"/>
            <a:ext cx="1554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상수</a:t>
            </a:r>
            <a:endParaRPr lang="en-US" sz="571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5725" y="2237423"/>
            <a:ext cx="109728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상수</a:t>
            </a:r>
            <a:endParaRPr lang="en-US" sz="3807" dirty="0"/>
          </a:p>
        </p:txBody>
      </p:sp>
      <p:sp>
        <p:nvSpPr>
          <p:cNvPr id="3" name="Text 1"/>
          <p:cNvSpPr/>
          <p:nvPr/>
        </p:nvSpPr>
        <p:spPr>
          <a:xfrm>
            <a:off x="3675888" y="1424749"/>
            <a:ext cx="29260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대문자 = 값;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3675888" y="2710625"/>
            <a:ext cx="42976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 초기화 첨자로 사용가능</a:t>
            </a:r>
            <a:endParaRPr lang="en-US" sz="266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0906" y="1424749"/>
            <a:ext cx="544982" cy="114854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0906" y="2567635"/>
            <a:ext cx="544982" cy="114700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660" y="2096491"/>
            <a:ext cx="777240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039"/>
              </a:lnSpc>
              <a:buNone/>
            </a:pPr>
            <a:r>
              <a:rPr lang="en-US" sz="541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표현식의 타입 발견하기</a:t>
            </a:r>
            <a:endParaRPr lang="en-US" sz="5414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2023-11-28T23:51:04Z</dcterms:created>
  <dcterms:modified xsi:type="dcterms:W3CDTF">2023-11-28T23:51:04Z</dcterms:modified>
</cp:coreProperties>
</file>