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2950" y="1707642"/>
            <a:ext cx="21945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01-01-12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7105" y="1815656"/>
            <a:ext cx="1920240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01-01-12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724351" y="642938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724351" y="1481328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724351" y="2319719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러스트 속성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724351" y="3158109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패닉 상태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724351" y="3996500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배열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724351" y="4834890"/>
            <a:ext cx="42062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명시적으로 지정된 크기의 배열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724351" y="6177343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배열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724351" y="7015734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724351" y="7854125"/>
            <a:ext cx="3931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벡터에 대한 다른 연산들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724351" y="8692515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배열과 벡터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3724351" y="9530906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디버그 출력</a:t>
            </a:r>
            <a:endParaRPr lang="en-US" sz="2665" dirty="0"/>
          </a:p>
        </p:txBody>
      </p:sp>
      <p:sp>
        <p:nvSpPr>
          <p:cNvPr id="14" name="Text 12"/>
          <p:cNvSpPr/>
          <p:nvPr/>
        </p:nvSpPr>
        <p:spPr>
          <a:xfrm>
            <a:off x="3724351" y="10369296"/>
            <a:ext cx="3474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266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9369" y="642938"/>
            <a:ext cx="544982" cy="1931899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9369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변수 범위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571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러스트 속성</a:t>
            </a:r>
            <a:endParaRPr lang="en-US" sz="571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패닉 상태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배열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2211191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334"/>
              </a:lnSpc>
              <a:buNone/>
            </a:pPr>
            <a:r>
              <a:rPr lang="en-US" sz="410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명시적으로 지정된 크기의 배열</a:t>
            </a:r>
            <a:endParaRPr lang="en-US" sz="410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배열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10892"/>
            <a:ext cx="76809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벡터에 대한 다른 연산들</a:t>
            </a:r>
            <a:endParaRPr lang="en-US" sz="524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026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배열과 벡터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디버그 출력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310" y="2070259"/>
            <a:ext cx="7406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복사하기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2023-11-28T23:50:06Z</dcterms:created>
  <dcterms:modified xsi:type="dcterms:W3CDTF">2023-11-28T23:50:06Z</dcterms:modified>
</cp:coreProperties>
</file>