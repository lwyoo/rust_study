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809037" y="1707642"/>
            <a:ext cx="3566160" cy="1748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01-01-15</a:t>
            </a:r>
            <a:endParaRPr lang="en-US" sz="3046" dirty="0"/>
          </a:p>
          <a:p>
            <a:pPr algn="l" indent="0" marL="0">
              <a:lnSpc>
                <a:spcPts val="4264"/>
              </a:lnSpc>
              <a:buNone/>
            </a:pPr>
            <a:r>
              <a:rPr lang="en-US" sz="304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타입 사용하기</a:t>
            </a:r>
            <a:endParaRPr lang="en-US" sz="3046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5314" y="1563624"/>
            <a:ext cx="20116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Rust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01-01-15</a:t>
            </a:r>
            <a:endParaRPr lang="en-US" sz="2665" dirty="0"/>
          </a:p>
          <a:p>
            <a:pPr algn="ctr" indent="0" marL="0">
              <a:lnSpc>
                <a:spcPts val="3731"/>
              </a:lnSpc>
              <a:buNone/>
            </a:pPr>
            <a:r>
              <a:rPr lang="en-US" sz="266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기본 타입 사용하기</a:t>
            </a:r>
            <a:endParaRPr lang="en-US" sz="2665" dirty="0"/>
          </a:p>
        </p:txBody>
      </p:sp>
      <p:sp>
        <p:nvSpPr>
          <p:cNvPr id="3" name="Text 1"/>
          <p:cNvSpPr/>
          <p:nvPr/>
        </p:nvSpPr>
        <p:spPr>
          <a:xfrm>
            <a:off x="3624682" y="642938"/>
            <a:ext cx="39319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십진수가 아닌 숫자 기반</a:t>
            </a:r>
            <a:endParaRPr lang="en-US" sz="2665" dirty="0"/>
          </a:p>
        </p:txBody>
      </p:sp>
      <p:sp>
        <p:nvSpPr>
          <p:cNvPr id="4" name="Text 2"/>
          <p:cNvSpPr/>
          <p:nvPr/>
        </p:nvSpPr>
        <p:spPr>
          <a:xfrm>
            <a:off x="3624682" y="1481328"/>
            <a:ext cx="42976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리터럴에서 밑줄 사용하기</a:t>
            </a:r>
            <a:endParaRPr lang="en-US" sz="2665" dirty="0"/>
          </a:p>
        </p:txBody>
      </p:sp>
      <p:sp>
        <p:nvSpPr>
          <p:cNvPr id="5" name="Text 3"/>
          <p:cNvSpPr/>
          <p:nvPr/>
        </p:nvSpPr>
        <p:spPr>
          <a:xfrm>
            <a:off x="3624682" y="282378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표기법</a:t>
            </a:r>
            <a:endParaRPr lang="en-US" sz="2665" dirty="0"/>
          </a:p>
        </p:txBody>
      </p:sp>
      <p:sp>
        <p:nvSpPr>
          <p:cNvPr id="6" name="Text 4"/>
          <p:cNvSpPr/>
          <p:nvPr/>
        </p:nvSpPr>
        <p:spPr>
          <a:xfrm>
            <a:off x="3624682" y="3662172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종류의 부호 있는 정수 숫자</a:t>
            </a:r>
            <a:endParaRPr lang="en-US" sz="2665" dirty="0"/>
          </a:p>
        </p:txBody>
      </p:sp>
      <p:sp>
        <p:nvSpPr>
          <p:cNvPr id="7" name="Text 5"/>
          <p:cNvSpPr/>
          <p:nvPr/>
        </p:nvSpPr>
        <p:spPr>
          <a:xfrm>
            <a:off x="3624682" y="5004626"/>
            <a:ext cx="40233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부호 없는 정수 숫자 타입</a:t>
            </a:r>
            <a:endParaRPr lang="en-US" sz="2665" dirty="0"/>
          </a:p>
        </p:txBody>
      </p:sp>
      <p:sp>
        <p:nvSpPr>
          <p:cNvPr id="8" name="Text 6"/>
          <p:cNvSpPr/>
          <p:nvPr/>
        </p:nvSpPr>
        <p:spPr>
          <a:xfrm>
            <a:off x="3624682" y="5843016"/>
            <a:ext cx="4389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대상에 따라 다른 정수 숫자 타입</a:t>
            </a:r>
            <a:endParaRPr lang="en-US" sz="2665" dirty="0"/>
          </a:p>
        </p:txBody>
      </p:sp>
      <p:sp>
        <p:nvSpPr>
          <p:cNvPr id="9" name="Text 7"/>
          <p:cNvSpPr/>
          <p:nvPr/>
        </p:nvSpPr>
        <p:spPr>
          <a:xfrm>
            <a:off x="3624682" y="7185469"/>
            <a:ext cx="1554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2665" dirty="0"/>
          </a:p>
        </p:txBody>
      </p:sp>
      <p:sp>
        <p:nvSpPr>
          <p:cNvPr id="10" name="Text 8"/>
          <p:cNvSpPr/>
          <p:nvPr/>
        </p:nvSpPr>
        <p:spPr>
          <a:xfrm>
            <a:off x="3624682" y="8023860"/>
            <a:ext cx="31089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 알고리즘</a:t>
            </a:r>
            <a:endParaRPr lang="en-US" sz="2665" dirty="0"/>
          </a:p>
        </p:txBody>
      </p:sp>
      <p:sp>
        <p:nvSpPr>
          <p:cNvPr id="11" name="Text 9"/>
          <p:cNvSpPr/>
          <p:nvPr/>
        </p:nvSpPr>
        <p:spPr>
          <a:xfrm>
            <a:off x="3624682" y="8862251"/>
            <a:ext cx="356616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부동 소수점 숫자 타입</a:t>
            </a:r>
            <a:endParaRPr lang="en-US" sz="2665" dirty="0"/>
          </a:p>
        </p:txBody>
      </p:sp>
      <p:sp>
        <p:nvSpPr>
          <p:cNvPr id="12" name="Text 10"/>
          <p:cNvSpPr/>
          <p:nvPr/>
        </p:nvSpPr>
        <p:spPr>
          <a:xfrm>
            <a:off x="3624682" y="9700641"/>
            <a:ext cx="19202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 변환</a:t>
            </a:r>
            <a:endParaRPr lang="en-US" sz="2665" dirty="0"/>
          </a:p>
        </p:txBody>
      </p:sp>
      <p:sp>
        <p:nvSpPr>
          <p:cNvPr id="13" name="Text 11"/>
          <p:cNvSpPr/>
          <p:nvPr/>
        </p:nvSpPr>
        <p:spPr>
          <a:xfrm>
            <a:off x="3624682" y="10539032"/>
            <a:ext cx="42976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리터럴의 타입 접미사</a:t>
            </a:r>
            <a:endParaRPr lang="en-US" sz="2665" dirty="0"/>
          </a:p>
        </p:txBody>
      </p:sp>
      <p:sp>
        <p:nvSpPr>
          <p:cNvPr id="14" name="Text 12"/>
          <p:cNvSpPr/>
          <p:nvPr/>
        </p:nvSpPr>
        <p:spPr>
          <a:xfrm>
            <a:off x="3624682" y="11377422"/>
            <a:ext cx="237744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숫자 타입</a:t>
            </a:r>
            <a:endParaRPr lang="en-US" sz="2665" dirty="0"/>
          </a:p>
        </p:txBody>
      </p:sp>
      <p:sp>
        <p:nvSpPr>
          <p:cNvPr id="15" name="Text 13"/>
          <p:cNvSpPr/>
          <p:nvPr/>
        </p:nvSpPr>
        <p:spPr>
          <a:xfrm>
            <a:off x="3624682" y="12215813"/>
            <a:ext cx="22860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불리언과 문자</a:t>
            </a:r>
            <a:endParaRPr lang="en-US" sz="2665" dirty="0"/>
          </a:p>
        </p:txBody>
      </p:sp>
      <p:sp>
        <p:nvSpPr>
          <p:cNvPr id="16" name="Text 14"/>
          <p:cNvSpPr/>
          <p:nvPr/>
        </p:nvSpPr>
        <p:spPr>
          <a:xfrm>
            <a:off x="3624682" y="13054203"/>
            <a:ext cx="11887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2665" dirty="0"/>
          </a:p>
        </p:txBody>
      </p:sp>
      <p:sp>
        <p:nvSpPr>
          <p:cNvPr id="17" name="Text 15"/>
          <p:cNvSpPr/>
          <p:nvPr/>
        </p:nvSpPr>
        <p:spPr>
          <a:xfrm>
            <a:off x="3624682" y="13892594"/>
            <a:ext cx="274320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타입</a:t>
            </a:r>
            <a:endParaRPr lang="en-US" sz="2665" dirty="0"/>
          </a:p>
        </p:txBody>
      </p:sp>
      <p:sp>
        <p:nvSpPr>
          <p:cNvPr id="18" name="Text 16"/>
          <p:cNvSpPr/>
          <p:nvPr/>
        </p:nvSpPr>
        <p:spPr>
          <a:xfrm>
            <a:off x="3624682" y="14730984"/>
            <a:ext cx="73152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</a:t>
            </a:r>
            <a:endParaRPr lang="en-US" sz="2665" dirty="0"/>
          </a:p>
        </p:txBody>
      </p:sp>
      <p:sp>
        <p:nvSpPr>
          <p:cNvPr id="19" name="Text 17"/>
          <p:cNvSpPr/>
          <p:nvPr/>
        </p:nvSpPr>
        <p:spPr>
          <a:xfrm>
            <a:off x="3624682" y="15569374"/>
            <a:ext cx="384048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731"/>
              </a:lnSpc>
              <a:buNone/>
            </a:pPr>
            <a:r>
              <a:rPr lang="en-US" sz="266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표현식의 타입 발견하기</a:t>
            </a:r>
            <a:endParaRPr lang="en-US" sz="2665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78785" y="642938"/>
            <a:ext cx="544982" cy="1931899"/>
          </a:xfrm>
          <a:prstGeom prst="rect">
            <a:avLst/>
          </a:prstGeom>
        </p:spPr>
      </p:pic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78785" y="2568664"/>
            <a:ext cx="544982" cy="19288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10892"/>
            <a:ext cx="768096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819"/>
              </a:lnSpc>
              <a:buNone/>
            </a:pPr>
            <a:r>
              <a:rPr lang="en-US" sz="524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십진수가 아닌 숫자 기반</a:t>
            </a:r>
            <a:endParaRPr lang="en-US" sz="524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006" y="2211191"/>
            <a:ext cx="768096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334"/>
              </a:lnSpc>
              <a:buNone/>
            </a:pPr>
            <a:r>
              <a:rPr lang="en-US" sz="4103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리터럴에서 밑줄 사용하기</a:t>
            </a:r>
            <a:endParaRPr lang="en-US" sz="4103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지수 표기법</a:t>
            </a:r>
            <a:endParaRPr lang="en-US" sz="571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150" y="2223535"/>
            <a:ext cx="768096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152"/>
              </a:lnSpc>
              <a:buNone/>
            </a:pPr>
            <a:r>
              <a:rPr lang="en-US" sz="368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다양한 종류의 부호 있는 정수 숫자</a:t>
            </a:r>
            <a:endParaRPr lang="en-US" sz="3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777" y="2122208"/>
            <a:ext cx="7772400" cy="925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654"/>
              </a:lnSpc>
              <a:buNone/>
            </a:pPr>
            <a:r>
              <a:rPr lang="en-US" sz="5118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부호 없는 정수 숫자 타입</a:t>
            </a:r>
            <a:endParaRPr lang="en-US" sz="5118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5917" y="2222506"/>
            <a:ext cx="7772400" cy="720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169"/>
              </a:lnSpc>
              <a:buNone/>
            </a:pPr>
            <a:r>
              <a:rPr lang="en-US" sz="3976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대상에 따라 다른 정수 숫자 타입</a:t>
            </a:r>
            <a:endParaRPr lang="en-US" sz="39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0594" y="2070259"/>
            <a:ext cx="33832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</a:t>
            </a:r>
            <a:endParaRPr lang="en-US" sz="571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69187" y="2070259"/>
            <a:ext cx="66751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타입 추론 알고리즘</a:t>
            </a:r>
            <a:endParaRPr lang="en-US" sz="5711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2070259"/>
            <a:ext cx="75895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부동 소수점 숫자 타입</a:t>
            </a:r>
            <a:endParaRPr lang="en-US" sz="5711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534717" y="2070259"/>
            <a:ext cx="41148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명시적 변환</a:t>
            </a:r>
            <a:endParaRPr lang="en-US" sz="571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46" y="2148440"/>
            <a:ext cx="7772400" cy="874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269"/>
              </a:lnSpc>
              <a:buNone/>
            </a:pPr>
            <a:r>
              <a:rPr lang="en-US" sz="4822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숫자 리터럴의 타입 접미사</a:t>
            </a:r>
            <a:endParaRPr lang="en-US" sz="482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040026" y="2070259"/>
            <a:ext cx="512064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숫자 타입</a:t>
            </a:r>
            <a:endParaRPr lang="en-US" sz="571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48840" y="2070259"/>
            <a:ext cx="4846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불리언과 문자</a:t>
            </a:r>
            <a:endParaRPr lang="en-US" sz="571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306470" y="2070259"/>
            <a:ext cx="25603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 튜플</a:t>
            </a:r>
            <a:endParaRPr lang="en-US" sz="5711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54150" y="2070259"/>
            <a:ext cx="585216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배열과 벡터 타입</a:t>
            </a:r>
            <a:endParaRPr lang="en-US" sz="5711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00246" y="2070259"/>
            <a:ext cx="155448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</a:t>
            </a:r>
            <a:endParaRPr lang="en-US" sz="571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8660" y="2096491"/>
            <a:ext cx="7772400" cy="977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039"/>
              </a:lnSpc>
              <a:buNone/>
            </a:pPr>
            <a:r>
              <a:rPr lang="en-US" sz="541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표현식의 타입 발견하기</a:t>
            </a:r>
            <a:endParaRPr lang="en-US" sz="541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640787" y="2070259"/>
            <a:ext cx="393192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7424"/>
              </a:lnSpc>
              <a:buNone/>
            </a:pPr>
            <a:r>
              <a:rPr lang="en-US" sz="5711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571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2023-11-28T23:50:49Z</dcterms:created>
  <dcterms:modified xsi:type="dcterms:W3CDTF">2023-11-28T23:50:49Z</dcterms:modified>
</cp:coreProperties>
</file>