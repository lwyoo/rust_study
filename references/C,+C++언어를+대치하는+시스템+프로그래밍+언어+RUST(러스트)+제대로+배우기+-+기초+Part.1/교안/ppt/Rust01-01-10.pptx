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2950" y="1707642"/>
            <a:ext cx="21945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01-01-10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815656"/>
            <a:ext cx="19202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01-01-10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724351" y="64293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724351" y="1481328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724351" y="231971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724351" y="3158109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724351" y="3996500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724351" y="4834890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724351" y="6177343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724351" y="7015734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724351" y="7854125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724351" y="8692515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724351" y="9530906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724351" y="10369296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266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369" y="642938"/>
            <a:ext cx="544982" cy="193189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936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571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410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524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2023-11-28T23:49:38Z</dcterms:created>
  <dcterms:modified xsi:type="dcterms:W3CDTF">2023-11-28T23:49:38Z</dcterms:modified>
</cp:coreProperties>
</file>