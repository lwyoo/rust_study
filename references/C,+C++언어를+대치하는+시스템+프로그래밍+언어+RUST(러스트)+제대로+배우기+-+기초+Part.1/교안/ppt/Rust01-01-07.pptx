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4817" y="1769364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4568" dirty="0"/>
          </a:p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01-01-07</a:t>
            </a:r>
            <a:endParaRPr lang="en-US" sz="456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" y="1903095"/>
            <a:ext cx="210312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807" dirty="0"/>
          </a:p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01-01-07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3624682" y="642938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값과 이름의 연결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24682" y="148132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변수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24682" y="2319719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변이되지 않은 가변 변수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24682" y="3158109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 초기화 변수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24682" y="3996500"/>
            <a:ext cx="1463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_의 사용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24682" y="4834890"/>
            <a:ext cx="1188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값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24682" y="567328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표현식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24682" y="6511671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대입 연산에서의 타입 유지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24682" y="7350062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624682" y="8188452"/>
            <a:ext cx="3566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및 가변성의 변경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624682" y="9026843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할당 연산자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624682" y="9865233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라이브 러리의 함수 사용</a:t>
            </a:r>
            <a:endParaRPr lang="en-US" sz="266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8785" y="642938"/>
            <a:ext cx="544982" cy="1931899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8785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값과 이름의 연결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변수</a:t>
            </a:r>
            <a:endParaRPr lang="en-US" sz="571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1089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변수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9144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08610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변이되지 않은 가변 변수</a:t>
            </a:r>
            <a:endParaRPr lang="en-US" sz="524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 초기화 변수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1586" y="2070259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_의 사용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470" y="2070259"/>
            <a:ext cx="2560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값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표현식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2963" y="1903095"/>
            <a:ext cx="228600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표현식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4572000" y="642938"/>
            <a:ext cx="5486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&amp;&amp;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2319719"/>
            <a:ext cx="2743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572000" y="3996500"/>
            <a:ext cx="1828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6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642938"/>
            <a:ext cx="544982" cy="193189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대입 연산에서의 타입 유지</a:t>
            </a:r>
            <a:endParaRPr lang="en-US" sz="482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70259"/>
            <a:ext cx="7589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및 가변성의 변경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217981"/>
            <a:ext cx="713232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및 가변성의 변경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588209"/>
            <a:ext cx="521208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x = 5; // 정수</a:t>
            </a:r>
            <a:endParaRPr lang="en-US" sz="3807" dirty="0"/>
          </a:p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x ="abcd"; // 문자열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154098"/>
            <a:ext cx="7086600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할당 연산자</a:t>
            </a:r>
            <a:endParaRPr lang="en-US" sz="571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03" y="2189074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64"/>
              </a:lnSpc>
              <a:buNone/>
            </a:pPr>
            <a:r>
              <a:rPr lang="en-US" sz="43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라이브 러리의 함수 사용</a:t>
            </a:r>
            <a:endParaRPr lang="en-US" sz="435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6871" y="1815656"/>
            <a:ext cx="19202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라이브 러리의 함수 사용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684118" y="1424749"/>
            <a:ext cx="25603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인스턴스.함수()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84118" y="2710625"/>
            <a:ext cx="4297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모듈1::모듈2::자료형::함수()</a:t>
            </a:r>
            <a:endParaRPr lang="en-US" sz="26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9135" y="1424749"/>
            <a:ext cx="544982" cy="114854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9135" y="2567635"/>
            <a:ext cx="544982" cy="11470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2023-11-28T23:48:56Z</dcterms:created>
  <dcterms:modified xsi:type="dcterms:W3CDTF">2023-11-28T23:48:56Z</dcterms:modified>
</cp:coreProperties>
</file>