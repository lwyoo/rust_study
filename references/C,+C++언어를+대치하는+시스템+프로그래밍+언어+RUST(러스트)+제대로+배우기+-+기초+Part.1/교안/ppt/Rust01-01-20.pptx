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9037" y="1707642"/>
            <a:ext cx="35661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01-01-20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데이터 다루기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4754" y="1563624"/>
            <a:ext cx="1920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01-01-20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데이터 다루기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4572000" y="642938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1481328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572000" y="2319719"/>
            <a:ext cx="1097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구조체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4572000" y="3158109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튜플-구조체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4572000" y="3996500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어휘 규칙</a:t>
            </a:r>
            <a:endParaRPr lang="en-US" sz="266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642938"/>
            <a:ext cx="544982" cy="1931899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27432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집합 데이터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664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017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집합 데이터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7315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6223" y="1903095"/>
            <a:ext cx="228600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타입이 일치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3290011" y="1544593"/>
            <a:ext cx="822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3046" dirty="0"/>
          </a:p>
        </p:txBody>
      </p:sp>
      <p:sp>
        <p:nvSpPr>
          <p:cNvPr id="4" name="Text 2"/>
          <p:cNvSpPr/>
          <p:nvPr/>
        </p:nvSpPr>
        <p:spPr>
          <a:xfrm>
            <a:off x="3290011" y="3022835"/>
            <a:ext cx="822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3046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2971" y="642938"/>
            <a:ext cx="815645" cy="194321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971" y="2571750"/>
            <a:ext cx="815645" cy="19288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7315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타입이 일치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[]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664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7315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11887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단일 객체에 여러 데이터 타입의 데이터를 저장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370" y="2070259"/>
            <a:ext cx="237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구조체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구조체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{}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16072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4600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튜플-구조체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어휘 규칙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2023-11-28T23:52:02Z</dcterms:created>
  <dcterms:modified xsi:type="dcterms:W3CDTF">2023-11-28T23:52:02Z</dcterms:modified>
</cp:coreProperties>
</file>