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037" y="1707642"/>
            <a:ext cx="35661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01-01-14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5314" y="1563624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01-01-14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8237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662172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5004626"/>
            <a:ext cx="4023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5843016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718546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8023860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8862251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970064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10539032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11377422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2665" dirty="0"/>
          </a:p>
        </p:txBody>
      </p:sp>
      <p:sp>
        <p:nvSpPr>
          <p:cNvPr id="15" name="Text 13"/>
          <p:cNvSpPr/>
          <p:nvPr/>
        </p:nvSpPr>
        <p:spPr>
          <a:xfrm>
            <a:off x="3624682" y="12215813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2665" dirty="0"/>
          </a:p>
        </p:txBody>
      </p:sp>
      <p:sp>
        <p:nvSpPr>
          <p:cNvPr id="16" name="Text 14"/>
          <p:cNvSpPr/>
          <p:nvPr/>
        </p:nvSpPr>
        <p:spPr>
          <a:xfrm>
            <a:off x="3624682" y="13054203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2665" dirty="0"/>
          </a:p>
        </p:txBody>
      </p:sp>
      <p:sp>
        <p:nvSpPr>
          <p:cNvPr id="17" name="Text 15"/>
          <p:cNvSpPr/>
          <p:nvPr/>
        </p:nvSpPr>
        <p:spPr>
          <a:xfrm>
            <a:off x="3624682" y="13892594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2665" dirty="0"/>
          </a:p>
        </p:txBody>
      </p:sp>
      <p:sp>
        <p:nvSpPr>
          <p:cNvPr id="18" name="Text 16"/>
          <p:cNvSpPr/>
          <p:nvPr/>
        </p:nvSpPr>
        <p:spPr>
          <a:xfrm>
            <a:off x="3624682" y="1473098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2665" dirty="0"/>
          </a:p>
        </p:txBody>
      </p:sp>
      <p:sp>
        <p:nvSpPr>
          <p:cNvPr id="19" name="Text 17"/>
          <p:cNvSpPr/>
          <p:nvPr/>
        </p:nvSpPr>
        <p:spPr>
          <a:xfrm>
            <a:off x="3624682" y="15569374"/>
            <a:ext cx="3840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266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52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410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2223535"/>
            <a:ext cx="76809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3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2122208"/>
            <a:ext cx="777240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54"/>
              </a:lnSpc>
              <a:buNone/>
            </a:pPr>
            <a:r>
              <a:rPr lang="en-US" sz="51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511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17" y="2222506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69"/>
              </a:lnSpc>
              <a:buNone/>
            </a:pPr>
            <a:r>
              <a:rPr lang="en-US" sz="39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39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482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571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571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2096491"/>
            <a:ext cx="77724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039"/>
              </a:lnSpc>
              <a:buNone/>
            </a:pPr>
            <a:r>
              <a:rPr lang="en-US" sz="541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541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2023-11-28T23:50:34Z</dcterms:created>
  <dcterms:modified xsi:type="dcterms:W3CDTF">2023-11-28T23:50:34Z</dcterms:modified>
</cp:coreProperties>
</file>