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6297" y="1707642"/>
            <a:ext cx="17373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01-01-04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산술연산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7322" y="1815656"/>
            <a:ext cx="14630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01-01-04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산술연산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4315968" y="642938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정수 더하기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315968" y="1760620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연산자 우선 순위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4315968" y="2878817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실수 연산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4315968" y="3996500"/>
            <a:ext cx="3017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리터럴문자의 처리</a:t>
            </a:r>
            <a:endParaRPr lang="en-US" sz="266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0986" y="642938"/>
            <a:ext cx="544982" cy="1931899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0986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정수 더하기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4150" y="2070259"/>
            <a:ext cx="5852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연산자 우선 순위</a:t>
            </a:r>
            <a:endParaRPr lang="en-US" sz="571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실수 연산</a:t>
            </a:r>
            <a:endParaRPr lang="en-US" sz="571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7086" y="2070259"/>
            <a:ext cx="6400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리터럴문자의 처리</a:t>
            </a:r>
            <a:endParaRPr lang="en-US" sz="571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2963" y="1903095"/>
            <a:ext cx="228600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리터럴문자의 처리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4572000" y="1592942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문장의 연속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572000" y="3046495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문자열 나누기</a:t>
            </a:r>
            <a:endParaRPr lang="en-US" sz="266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7018" y="1592942"/>
            <a:ext cx="544982" cy="98292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7018" y="2570207"/>
            <a:ext cx="544982" cy="9788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2023-11-28T23:48:09Z</dcterms:created>
  <dcterms:modified xsi:type="dcterms:W3CDTF">2023-11-28T23:48:09Z</dcterms:modified>
</cp:coreProperties>
</file>