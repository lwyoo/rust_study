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6297" y="1707642"/>
            <a:ext cx="17373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01-01-03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7242" y="1815656"/>
            <a:ext cx="146304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01-01-03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3675888" y="642938"/>
            <a:ext cx="3474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준비 : mind map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675888" y="1481328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3675888" y="2319719"/>
            <a:ext cx="14630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구성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3675888" y="3158109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시작하는 방법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3675888" y="3996500"/>
            <a:ext cx="21031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Hello, World!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3675888" y="4834890"/>
            <a:ext cx="42976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문자열 리터럴 조합 출력하기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3675888" y="6177343"/>
            <a:ext cx="42976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줄의 텍스트 출력하기</a:t>
            </a:r>
            <a:endParaRPr lang="en-US" sz="2665" dirty="0"/>
          </a:p>
        </p:txBody>
      </p:sp>
      <p:sp>
        <p:nvSpPr>
          <p:cNvPr id="10" name="Text 8"/>
          <p:cNvSpPr/>
          <p:nvPr/>
        </p:nvSpPr>
        <p:spPr>
          <a:xfrm>
            <a:off x="3675888" y="7015734"/>
            <a:ext cx="3108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정수 숫자 출력하기</a:t>
            </a:r>
            <a:endParaRPr lang="en-US" sz="2665" dirty="0"/>
          </a:p>
        </p:txBody>
      </p:sp>
      <p:sp>
        <p:nvSpPr>
          <p:cNvPr id="11" name="Text 9"/>
          <p:cNvSpPr/>
          <p:nvPr/>
        </p:nvSpPr>
        <p:spPr>
          <a:xfrm>
            <a:off x="3675888" y="7854125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주석</a:t>
            </a:r>
            <a:endParaRPr lang="en-US" sz="266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0906" y="642938"/>
            <a:ext cx="544982" cy="1931899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0906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380" y="2070259"/>
            <a:ext cx="76809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준비 : mind map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713232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준비 : mind map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46304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xmind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7126834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1945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xmind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649224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https://xmind.app/download/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640628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준비 : mind map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0477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571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24688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의 역사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개발 환경 설정: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개발 환경 확인: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462452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번째 Rust 프로그램 컴파일: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5333295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VSCode를 이용한 Rust 개발 환경 설정:</a:t>
            </a:r>
            <a:endParaRPr lang="en-US" sz="2115" dirty="0"/>
          </a:p>
        </p:txBody>
      </p:sp>
      <p:sp>
        <p:nvSpPr>
          <p:cNvPr id="9" name="Text 7"/>
          <p:cNvSpPr/>
          <p:nvPr/>
        </p:nvSpPr>
        <p:spPr>
          <a:xfrm>
            <a:off x="891540" y="6042069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RustRover를 이용한 Rust 개발 환경 설정:</a:t>
            </a:r>
            <a:endParaRPr lang="en-US" sz="2115" dirty="0"/>
          </a:p>
        </p:txBody>
      </p:sp>
      <p:sp>
        <p:nvSpPr>
          <p:cNvPr id="10" name="Text 8"/>
          <p:cNvSpPr/>
          <p:nvPr/>
        </p:nvSpPr>
        <p:spPr>
          <a:xfrm>
            <a:off x="891540" y="6750329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Rust 플러그인 설정:</a:t>
            </a:r>
            <a:endParaRPr lang="en-US" sz="211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4624521"/>
            <a:ext cx="85954" cy="400164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3174" y="5333295"/>
            <a:ext cx="85954" cy="400164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174" y="6042069"/>
            <a:ext cx="85954" cy="400164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174" y="6750329"/>
            <a:ext cx="85954" cy="4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394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개발 환경 설정: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언어를 Windows 시스템에 설치하는 방법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https://www.rust-lang.org/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6400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394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개발 환경 확인: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Rust가 정상적으로 설치되었는지 확인하기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커맨드 프롬프트 또는 PowerShell을 사용하여 Rust 및 Cargo 버전을 확인하는 방법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6400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874395"/>
            <a:ext cx="768096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VSCode를 이용한 Rust 개발 환경 설정: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180740"/>
            <a:ext cx="7680960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27"/>
              </a:lnSpc>
              <a:buNone/>
            </a:pPr>
            <a:r>
              <a:rPr lang="en-US" sz="28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 Code (VSCode)를 설치하고 Rust 개발을 위한 확장 기능을 추가하는 방법</a:t>
            </a:r>
            <a:endParaRPr lang="en-US" sz="2876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746629"/>
            <a:ext cx="766998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6400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50138"/>
            <a:ext cx="676656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RustRover를 이용한 Rust 개발 환경 설정: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56998"/>
            <a:ext cx="768096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90"/>
              </a:lnSpc>
              <a:buNone/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JetBrains에서 개발한 Rust 개발을 위한 통합 개발 환경 (IDE)인 RustRover를 소개하고 기능 및 설정 방법</a:t>
            </a:r>
            <a:endParaRPr lang="en-US" sz="27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522372"/>
            <a:ext cx="764712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6400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50138"/>
            <a:ext cx="722376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Rust 플러그인 설정: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56998"/>
            <a:ext cx="768096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90"/>
              </a:lnSpc>
              <a:buNone/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IDEA 또는 기타 JetBrains IDE와 함께 사용할 수 있는 IntelliJ Rust 플러그인을 설치하고 설정하는 방법</a:t>
            </a:r>
            <a:endParaRPr lang="en-US" sz="27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522372"/>
            <a:ext cx="764712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6400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610" y="2070259"/>
            <a:ext cx="31089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구성</a:t>
            </a:r>
            <a:endParaRPr lang="en-US" sz="571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2286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구성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https://code.visualstudio.com/download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https://www.jetbrains.com/ko-kr/idea/download/?section=windows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607137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https://www.jetbrains.com/ko-kr/rust/</a:t>
            </a:r>
            <a:endParaRPr lang="en-US" sz="211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607137"/>
            <a:ext cx="85954" cy="4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8840" y="2070259"/>
            <a:ext cx="4846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시작하는 방법</a:t>
            </a:r>
            <a:endParaRPr lang="en-US" sz="571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00046" y="2070259"/>
            <a:ext cx="47548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Hello, World!</a:t>
            </a:r>
            <a:endParaRPr lang="en-US" sz="571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633" y="2181873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774"/>
              </a:lnSpc>
              <a:buNone/>
            </a:pPr>
            <a:r>
              <a:rPr lang="en-US" sz="444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문자열 리터럴 조합 출력하기</a:t>
            </a:r>
            <a:endParaRPr lang="en-US" sz="444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146" y="2148440"/>
            <a:ext cx="777240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269"/>
              </a:lnSpc>
              <a:buNone/>
            </a:pPr>
            <a:r>
              <a:rPr lang="en-US" sz="48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줄의 텍스트 출력하기</a:t>
            </a:r>
            <a:endParaRPr lang="en-US" sz="482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187" y="2070259"/>
            <a:ext cx="6675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정수 숫자 출력하기</a:t>
            </a:r>
            <a:endParaRPr lang="en-US" sz="571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0246" y="2070259"/>
            <a:ext cx="155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주석</a:t>
            </a:r>
            <a:endParaRPr lang="en-US" sz="571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2023-11-28T23:47:55Z</dcterms:created>
  <dcterms:modified xsi:type="dcterms:W3CDTF">2023-11-28T23:47:55Z</dcterms:modified>
</cp:coreProperties>
</file>