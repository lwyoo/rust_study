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9037" y="1707642"/>
            <a:ext cx="35661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01-01-21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데이터 다루기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14754" y="1563624"/>
            <a:ext cx="1920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01-01-21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복합 데이터 다루기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4572000" y="642938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4572000" y="1481328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4572000" y="2319719"/>
            <a:ext cx="10972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구조체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4572000" y="3158109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튜플-구조체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4572000" y="3996500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어휘 규칙</a:t>
            </a:r>
            <a:endParaRPr lang="en-US" sz="2665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7018" y="642938"/>
            <a:ext cx="544982" cy="1931899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027018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571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274320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집합 데이터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664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30175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집합 데이터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7315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86223" y="1903095"/>
            <a:ext cx="2286000" cy="1337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949"/>
              </a:lnSpc>
              <a:buNone/>
            </a:pPr>
            <a:r>
              <a:rPr lang="en-US" sz="3807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타입이 일치</a:t>
            </a:r>
            <a:endParaRPr lang="en-US" sz="3807" dirty="0"/>
          </a:p>
        </p:txBody>
      </p:sp>
      <p:sp>
        <p:nvSpPr>
          <p:cNvPr id="3" name="Text 1"/>
          <p:cNvSpPr/>
          <p:nvPr/>
        </p:nvSpPr>
        <p:spPr>
          <a:xfrm>
            <a:off x="3290011" y="1544593"/>
            <a:ext cx="822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</a:t>
            </a:r>
            <a:endParaRPr lang="en-US" sz="3046" dirty="0"/>
          </a:p>
        </p:txBody>
      </p:sp>
      <p:sp>
        <p:nvSpPr>
          <p:cNvPr id="4" name="Text 2"/>
          <p:cNvSpPr/>
          <p:nvPr/>
        </p:nvSpPr>
        <p:spPr>
          <a:xfrm>
            <a:off x="3290011" y="3022835"/>
            <a:ext cx="822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4264"/>
              </a:lnSpc>
              <a:buNone/>
            </a:pPr>
            <a:r>
              <a:rPr lang="en-US" sz="3046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벡터</a:t>
            </a:r>
            <a:endParaRPr lang="en-US" sz="3046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2971" y="642938"/>
            <a:ext cx="815645" cy="194321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971" y="2571750"/>
            <a:ext cx="815645" cy="19288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946" y="205740"/>
            <a:ext cx="7315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973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384048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타입이 일치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[]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3806647" cy="434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6946" y="205740"/>
            <a:ext cx="731520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35"/>
              </a:lnSpc>
              <a:buNone/>
            </a:pPr>
            <a:r>
              <a:rPr lang="en-US" sz="973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변수</a:t>
            </a:r>
            <a:endParaRPr lang="en-US" sz="973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46" y="388849"/>
            <a:ext cx="256946" cy="2263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</a:t>
            </a:r>
            <a:endParaRPr lang="en-US" sz="571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642938"/>
            <a:ext cx="118872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44"/>
              </a:lnSpc>
              <a:buNone/>
            </a:pPr>
            <a:r>
              <a:rPr lang="en-US" sz="418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</a:t>
            </a:r>
            <a:endParaRPr lang="en-US" sz="4188" dirty="0"/>
          </a:p>
        </p:txBody>
      </p:sp>
      <p:sp>
        <p:nvSpPr>
          <p:cNvPr id="3" name="Text 1"/>
          <p:cNvSpPr/>
          <p:nvPr/>
        </p:nvSpPr>
        <p:spPr>
          <a:xfrm>
            <a:off x="891540" y="1789938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단일 객체에 여러 데이터 타입의 데이터를 저장</a:t>
            </a:r>
            <a:endParaRPr lang="en-US" sz="2115" dirty="0"/>
          </a:p>
        </p:txBody>
      </p:sp>
      <p:sp>
        <p:nvSpPr>
          <p:cNvPr id="4" name="Text 2"/>
          <p:cNvSpPr/>
          <p:nvPr/>
        </p:nvSpPr>
        <p:spPr>
          <a:xfrm>
            <a:off x="891540" y="2498712"/>
            <a:ext cx="274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61"/>
              </a:lnSpc>
              <a:buNone/>
            </a:pPr>
            <a:r>
              <a:rPr lang="en-US" sz="211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()</a:t>
            </a:r>
            <a:endParaRPr lang="en-US" sz="2115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1789938"/>
            <a:ext cx="85954" cy="40016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3174" y="2498712"/>
            <a:ext cx="85954" cy="4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4370" y="2070259"/>
            <a:ext cx="23774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구조체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3174" y="1552308"/>
            <a:ext cx="219456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929"/>
              </a:lnSpc>
              <a:buNone/>
            </a:pPr>
            <a:r>
              <a:rPr lang="en-US" sz="533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구조체</a:t>
            </a:r>
            <a:endParaRPr lang="en-US" sz="5330" dirty="0"/>
          </a:p>
        </p:txBody>
      </p:sp>
      <p:sp>
        <p:nvSpPr>
          <p:cNvPr id="3" name="Text 1"/>
          <p:cNvSpPr/>
          <p:nvPr/>
        </p:nvSpPr>
        <p:spPr>
          <a:xfrm>
            <a:off x="703174" y="2922537"/>
            <a:ext cx="365760" cy="6686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949"/>
              </a:lnSpc>
              <a:buNone/>
            </a:pPr>
            <a:r>
              <a:rPr lang="en-US" sz="3807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{}</a:t>
            </a:r>
            <a:endParaRPr lang="en-US" sz="3807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3174" y="2488425"/>
            <a:ext cx="2160727" cy="4341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14600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튜플-구조체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어휘 규칙</a:t>
            </a:r>
            <a:endParaRPr lang="en-US" sz="571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2023-11-28T23:52:36Z</dcterms:created>
  <dcterms:modified xsi:type="dcterms:W3CDTF">2023-11-28T23:52:36Z</dcterms:modified>
</cp:coreProperties>
</file>