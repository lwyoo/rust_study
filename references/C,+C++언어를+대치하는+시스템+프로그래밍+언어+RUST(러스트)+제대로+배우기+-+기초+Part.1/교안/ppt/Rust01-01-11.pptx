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2950" y="1707642"/>
            <a:ext cx="21945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01-01-11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815656"/>
            <a:ext cx="19202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01-01-11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483489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01573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7854125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8692515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724351" y="9530906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724351" y="10369296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410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524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2023-11-28T23:49:51Z</dcterms:created>
  <dcterms:modified xsi:type="dcterms:W3CDTF">2023-11-28T23:49:51Z</dcterms:modified>
</cp:coreProperties>
</file>