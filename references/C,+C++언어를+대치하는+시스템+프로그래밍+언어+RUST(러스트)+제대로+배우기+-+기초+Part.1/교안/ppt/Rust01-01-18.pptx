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89097" y="1707642"/>
            <a:ext cx="2651760" cy="174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264"/>
              </a:lnSpc>
              <a:buNone/>
            </a:pPr>
            <a:r>
              <a:rPr lang="en-US" sz="304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</a:t>
            </a:r>
            <a:endParaRPr lang="en-US" sz="3046" dirty="0"/>
          </a:p>
          <a:p>
            <a:pPr algn="l" indent="0" marL="0">
              <a:lnSpc>
                <a:spcPts val="4264"/>
              </a:lnSpc>
              <a:buNone/>
            </a:pPr>
            <a:r>
              <a:rPr lang="en-US" sz="304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01-01-18</a:t>
            </a:r>
            <a:endParaRPr lang="en-US" sz="3046" dirty="0"/>
          </a:p>
          <a:p>
            <a:pPr algn="l" indent="0" marL="0">
              <a:lnSpc>
                <a:spcPts val="4264"/>
              </a:lnSpc>
              <a:buNone/>
            </a:pPr>
            <a:r>
              <a:rPr lang="en-US" sz="304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Enum, Match</a:t>
            </a:r>
            <a:endParaRPr lang="en-US" sz="3046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5198" y="1815656"/>
            <a:ext cx="2286000" cy="154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731"/>
              </a:lnSpc>
              <a:buNone/>
            </a:pPr>
            <a:r>
              <a:rPr lang="en-US" sz="266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</a:t>
            </a:r>
            <a:endParaRPr lang="en-US" sz="2665" dirty="0"/>
          </a:p>
          <a:p>
            <a:pPr algn="ctr" indent="0" marL="0">
              <a:lnSpc>
                <a:spcPts val="3731"/>
              </a:lnSpc>
              <a:buNone/>
            </a:pPr>
            <a:r>
              <a:rPr lang="en-US" sz="266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01-01-18</a:t>
            </a:r>
            <a:endParaRPr lang="en-US" sz="2665" dirty="0"/>
          </a:p>
          <a:p>
            <a:pPr algn="ctr" indent="0" marL="0">
              <a:lnSpc>
                <a:spcPts val="3731"/>
              </a:lnSpc>
              <a:buNone/>
            </a:pPr>
            <a:r>
              <a:rPr lang="en-US" sz="266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Enum, Match</a:t>
            </a:r>
            <a:endParaRPr lang="en-US" sz="2665" dirty="0"/>
          </a:p>
        </p:txBody>
      </p:sp>
      <p:sp>
        <p:nvSpPr>
          <p:cNvPr id="3" name="Text 1"/>
          <p:cNvSpPr/>
          <p:nvPr/>
        </p:nvSpPr>
        <p:spPr>
          <a:xfrm>
            <a:off x="3724351" y="642938"/>
            <a:ext cx="109728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열거형</a:t>
            </a:r>
            <a:endParaRPr lang="en-US" sz="2665" dirty="0"/>
          </a:p>
        </p:txBody>
      </p:sp>
      <p:sp>
        <p:nvSpPr>
          <p:cNvPr id="4" name="Text 2"/>
          <p:cNvSpPr/>
          <p:nvPr/>
        </p:nvSpPr>
        <p:spPr>
          <a:xfrm>
            <a:off x="3724351" y="1481328"/>
            <a:ext cx="18288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구조</a:t>
            </a:r>
            <a:endParaRPr lang="en-US" sz="2665" dirty="0"/>
          </a:p>
        </p:txBody>
      </p:sp>
      <p:sp>
        <p:nvSpPr>
          <p:cNvPr id="5" name="Text 3"/>
          <p:cNvSpPr/>
          <p:nvPr/>
        </p:nvSpPr>
        <p:spPr>
          <a:xfrm>
            <a:off x="3724351" y="2319719"/>
            <a:ext cx="347472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열거형과 관계 연산자</a:t>
            </a:r>
            <a:endParaRPr lang="en-US" sz="2665" dirty="0"/>
          </a:p>
        </p:txBody>
      </p:sp>
      <p:sp>
        <p:nvSpPr>
          <p:cNvPr id="6" name="Text 4"/>
          <p:cNvSpPr/>
          <p:nvPr/>
        </p:nvSpPr>
        <p:spPr>
          <a:xfrm>
            <a:off x="3724351" y="3158109"/>
            <a:ext cx="310896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경우 처리하기</a:t>
            </a:r>
            <a:endParaRPr lang="en-US" sz="2665" dirty="0"/>
          </a:p>
        </p:txBody>
      </p:sp>
      <p:sp>
        <p:nvSpPr>
          <p:cNvPr id="7" name="Text 5"/>
          <p:cNvSpPr/>
          <p:nvPr/>
        </p:nvSpPr>
        <p:spPr>
          <a:xfrm>
            <a:off x="3724351" y="3996500"/>
            <a:ext cx="420624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숫자와 함께 match 사용하기</a:t>
            </a:r>
            <a:endParaRPr lang="en-US" sz="2665" dirty="0"/>
          </a:p>
        </p:txBody>
      </p:sp>
      <p:sp>
        <p:nvSpPr>
          <p:cNvPr id="8" name="Text 6"/>
          <p:cNvSpPr/>
          <p:nvPr/>
        </p:nvSpPr>
        <p:spPr>
          <a:xfrm>
            <a:off x="3724351" y="5338953"/>
            <a:ext cx="347472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데이터가 있는 열거형</a:t>
            </a:r>
            <a:endParaRPr lang="en-US" sz="2665" dirty="0"/>
          </a:p>
        </p:txBody>
      </p:sp>
      <p:sp>
        <p:nvSpPr>
          <p:cNvPr id="9" name="Text 7"/>
          <p:cNvSpPr/>
          <p:nvPr/>
        </p:nvSpPr>
        <p:spPr>
          <a:xfrm>
            <a:off x="3724351" y="6177343"/>
            <a:ext cx="38404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패턴에서 변수를 사용한 match 문장</a:t>
            </a:r>
            <a:endParaRPr lang="en-US" sz="2665" dirty="0"/>
          </a:p>
        </p:txBody>
      </p:sp>
      <p:sp>
        <p:nvSpPr>
          <p:cNvPr id="10" name="Text 8"/>
          <p:cNvSpPr/>
          <p:nvPr/>
        </p:nvSpPr>
        <p:spPr>
          <a:xfrm>
            <a:off x="3724351" y="7519797"/>
            <a:ext cx="219456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표현식</a:t>
            </a:r>
            <a:endParaRPr lang="en-US" sz="2665" dirty="0"/>
          </a:p>
        </p:txBody>
      </p:sp>
      <p:sp>
        <p:nvSpPr>
          <p:cNvPr id="11" name="Text 9"/>
          <p:cNvSpPr/>
          <p:nvPr/>
        </p:nvSpPr>
        <p:spPr>
          <a:xfrm>
            <a:off x="3724351" y="8358188"/>
            <a:ext cx="420624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구조에서 가드 사용하기</a:t>
            </a:r>
            <a:endParaRPr lang="en-US" sz="2665" dirty="0"/>
          </a:p>
        </p:txBody>
      </p:sp>
      <p:sp>
        <p:nvSpPr>
          <p:cNvPr id="12" name="Text 10"/>
          <p:cNvSpPr/>
          <p:nvPr/>
        </p:nvSpPr>
        <p:spPr>
          <a:xfrm>
            <a:off x="3724351" y="9700641"/>
            <a:ext cx="338328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if-let 및 while-let 구조</a:t>
            </a:r>
            <a:endParaRPr lang="en-US" sz="2665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79369" y="642938"/>
            <a:ext cx="544982" cy="1931899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79369" y="2568664"/>
            <a:ext cx="544982" cy="192881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14370" y="2070259"/>
            <a:ext cx="237744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열거형</a:t>
            </a:r>
            <a:endParaRPr lang="en-US" sz="571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1552308"/>
            <a:ext cx="2194560" cy="977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929"/>
              </a:lnSpc>
              <a:buNone/>
            </a:pPr>
            <a:r>
              <a:rPr lang="en-US" sz="53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열거형</a:t>
            </a:r>
            <a:endParaRPr lang="en-US" sz="5330" dirty="0"/>
          </a:p>
        </p:txBody>
      </p:sp>
      <p:sp>
        <p:nvSpPr>
          <p:cNvPr id="3" name="Text 1"/>
          <p:cNvSpPr/>
          <p:nvPr/>
        </p:nvSpPr>
        <p:spPr>
          <a:xfrm>
            <a:off x="703174" y="2922537"/>
            <a:ext cx="1371600" cy="668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949"/>
              </a:lnSpc>
              <a:buNone/>
            </a:pPr>
            <a:r>
              <a:rPr lang="en-US" sz="380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enum</a:t>
            </a:r>
            <a:endParaRPr lang="en-US" sz="3807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2488425"/>
            <a:ext cx="2160727" cy="43411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1552308"/>
            <a:ext cx="2011680" cy="977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929"/>
              </a:lnSpc>
              <a:buNone/>
            </a:pPr>
            <a:r>
              <a:rPr lang="en-US" sz="53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enum</a:t>
            </a:r>
            <a:endParaRPr lang="en-US" sz="5330" dirty="0"/>
          </a:p>
        </p:txBody>
      </p:sp>
      <p:sp>
        <p:nvSpPr>
          <p:cNvPr id="3" name="Text 1"/>
          <p:cNvSpPr/>
          <p:nvPr/>
        </p:nvSpPr>
        <p:spPr>
          <a:xfrm>
            <a:off x="703174" y="2922537"/>
            <a:ext cx="1554480" cy="668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949"/>
              </a:lnSpc>
              <a:buNone/>
            </a:pPr>
            <a:r>
              <a:rPr lang="en-US" sz="380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나열형</a:t>
            </a:r>
            <a:endParaRPr lang="en-US" sz="3807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2488425"/>
            <a:ext cx="1925726" cy="4341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6946" y="205740"/>
            <a:ext cx="4572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열거형</a:t>
            </a:r>
            <a:endParaRPr lang="en-US" sz="973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54834" y="2070259"/>
            <a:ext cx="41148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구조</a:t>
            </a:r>
            <a:endParaRPr lang="en-US" sz="571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3310" y="2070259"/>
            <a:ext cx="740664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열거형과 관계 연산자</a:t>
            </a:r>
            <a:endParaRPr lang="en-US" sz="571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69187" y="2070259"/>
            <a:ext cx="667512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경우 처리하기</a:t>
            </a:r>
            <a:endParaRPr lang="en-US" sz="571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7006" y="2181873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5774"/>
              </a:lnSpc>
              <a:buNone/>
            </a:pPr>
            <a:r>
              <a:rPr lang="en-US" sz="444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숫자와 함께 match 사용하기</a:t>
            </a:r>
            <a:endParaRPr lang="en-US" sz="4442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3310" y="2070259"/>
            <a:ext cx="740664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데이터가 있는 열거형</a:t>
            </a:r>
            <a:endParaRPr lang="en-US" sz="571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6890" y="2235879"/>
            <a:ext cx="7772400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4974"/>
              </a:lnSpc>
              <a:buNone/>
            </a:pPr>
            <a:r>
              <a:rPr lang="en-US" sz="355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패턴에서 변수를 사용한 match 문장</a:t>
            </a:r>
            <a:endParaRPr lang="en-US" sz="3553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68957" y="2070259"/>
            <a:ext cx="484632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표현식</a:t>
            </a:r>
            <a:endParaRPr lang="en-US" sz="571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403" y="2207590"/>
            <a:ext cx="777240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5389"/>
              </a:lnSpc>
              <a:buNone/>
            </a:pPr>
            <a:r>
              <a:rPr lang="en-US" sz="414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구조에서 가드 사용하기</a:t>
            </a:r>
            <a:endParaRPr lang="en-US" sz="414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63" y="2070259"/>
            <a:ext cx="768096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if-let 및 while-let 구조</a:t>
            </a:r>
            <a:endParaRPr lang="en-US" sz="571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40787" y="2070259"/>
            <a:ext cx="393192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71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2023-11-28T23:51:34Z</dcterms:created>
  <dcterms:modified xsi:type="dcterms:W3CDTF">2023-11-28T23:51:34Z</dcterms:modified>
</cp:coreProperties>
</file>