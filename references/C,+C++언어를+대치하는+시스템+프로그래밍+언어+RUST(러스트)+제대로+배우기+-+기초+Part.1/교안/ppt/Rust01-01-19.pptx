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9097" y="1707642"/>
            <a:ext cx="26517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01-01-19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Enum, Match</a:t>
            </a:r>
            <a:endParaRPr lang="en-US" sz="3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5198" y="1815656"/>
            <a:ext cx="228600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01-01-19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Enum, Match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3724351" y="642938"/>
            <a:ext cx="10972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3724351" y="1481328"/>
            <a:ext cx="1828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구조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3724351" y="2319719"/>
            <a:ext cx="3474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열거형과 관계 연산자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3724351" y="3158109"/>
            <a:ext cx="3108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경우 처리하기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3724351" y="3996500"/>
            <a:ext cx="42062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숫자와 함께 match 사용하기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3724351" y="5338953"/>
            <a:ext cx="3474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 있는 열거형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3724351" y="6177343"/>
            <a:ext cx="3840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패턴에서 변수를 사용한 match 문장</a:t>
            </a:r>
            <a:endParaRPr lang="en-US" sz="2665" dirty="0"/>
          </a:p>
        </p:txBody>
      </p:sp>
      <p:sp>
        <p:nvSpPr>
          <p:cNvPr id="10" name="Text 8"/>
          <p:cNvSpPr/>
          <p:nvPr/>
        </p:nvSpPr>
        <p:spPr>
          <a:xfrm>
            <a:off x="3724351" y="7519797"/>
            <a:ext cx="21945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표현식</a:t>
            </a:r>
            <a:endParaRPr lang="en-US" sz="2665" dirty="0"/>
          </a:p>
        </p:txBody>
      </p:sp>
      <p:sp>
        <p:nvSpPr>
          <p:cNvPr id="11" name="Text 9"/>
          <p:cNvSpPr/>
          <p:nvPr/>
        </p:nvSpPr>
        <p:spPr>
          <a:xfrm>
            <a:off x="3724351" y="8358188"/>
            <a:ext cx="42062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구조에서 가드 사용하기</a:t>
            </a:r>
            <a:endParaRPr lang="en-US" sz="2665" dirty="0"/>
          </a:p>
        </p:txBody>
      </p:sp>
      <p:sp>
        <p:nvSpPr>
          <p:cNvPr id="12" name="Text 10"/>
          <p:cNvSpPr/>
          <p:nvPr/>
        </p:nvSpPr>
        <p:spPr>
          <a:xfrm>
            <a:off x="3724351" y="9700641"/>
            <a:ext cx="33832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if-let 및 while-let 구조</a:t>
            </a:r>
            <a:endParaRPr lang="en-US" sz="2665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9369" y="642938"/>
            <a:ext cx="544982" cy="1931899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9369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4370" y="2070259"/>
            <a:ext cx="237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1945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13716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2160727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01168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155448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나열형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192572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4572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4834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구조</a:t>
            </a:r>
            <a:endParaRPr lang="en-US" sz="571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3310" y="2070259"/>
            <a:ext cx="7406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열거형과 관계 연산자</a:t>
            </a:r>
            <a:endParaRPr lang="en-US" sz="571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694944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열거형과 관계 연산자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192024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&gt;,==  (X)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6886346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187" y="2070259"/>
            <a:ext cx="6675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경우 처리하기</a:t>
            </a:r>
            <a:endParaRPr lang="en-US" sz="571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621792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경우 처리하기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36576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6166714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006" y="2181873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774"/>
              </a:lnSpc>
              <a:buNone/>
            </a:pPr>
            <a:r>
              <a:rPr lang="en-US" sz="444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숫자와 함께 match 사용하기</a:t>
            </a:r>
            <a:endParaRPr lang="en-US" sz="444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3310" y="2070259"/>
            <a:ext cx="7406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 있는 열거형</a:t>
            </a:r>
            <a:endParaRPr lang="en-US" sz="571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890" y="2235879"/>
            <a:ext cx="77724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74"/>
              </a:lnSpc>
              <a:buNone/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패턴에서 변수를 사용한 match 문장</a:t>
            </a:r>
            <a:endParaRPr lang="en-US" sz="355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68957" y="2070259"/>
            <a:ext cx="4846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표현식</a:t>
            </a:r>
            <a:endParaRPr lang="en-US" sz="571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403" y="2207590"/>
            <a:ext cx="7772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389"/>
              </a:lnSpc>
              <a:buNone/>
            </a:pPr>
            <a:r>
              <a:rPr lang="en-US" sz="41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구조에서 가드 사용하기</a:t>
            </a:r>
            <a:endParaRPr lang="en-US" sz="414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084250"/>
            <a:ext cx="685800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구조에서 가드 사용하기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390595"/>
            <a:ext cx="164592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상수, if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956484"/>
            <a:ext cx="6847027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18288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상수, if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 if 조건식 =&gt;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변수 {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구조에서 가드 사용하기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33832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변수 {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=&gt; 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2=&gt;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 if 조건식 =&gt;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 =&gt;</a:t>
            </a:r>
            <a:endParaRPr lang="en-US" sz="211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6946" y="205740"/>
            <a:ext cx="18288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구조에서 가드 사용하기</a:t>
            </a:r>
            <a:endParaRPr lang="en-US" sz="973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" y="2070259"/>
            <a:ext cx="76809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if-let 및 while-let 구조</a:t>
            </a:r>
            <a:endParaRPr lang="en-US" sz="571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6692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if-let 및 while-let 구조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let E::Case1(n) = v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let E::Case1(n) = v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2023-11-28T23:51:49Z</dcterms:created>
  <dcterms:modified xsi:type="dcterms:W3CDTF">2023-11-28T23:51:49Z</dcterms:modified>
</cp:coreProperties>
</file>