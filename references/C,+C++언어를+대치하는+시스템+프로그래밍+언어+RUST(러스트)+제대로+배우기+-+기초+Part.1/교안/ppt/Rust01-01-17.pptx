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097" y="1707642"/>
            <a:ext cx="26517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01-01-17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Enum, Match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5198" y="1815656"/>
            <a:ext cx="22860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01-01-17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Enum, Match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724351" y="642938"/>
            <a:ext cx="1097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724351" y="1481328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724351" y="2319719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열거형과 관계 연산자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724351" y="3158109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경우 처리하기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724351" y="3996500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숫자와 함께 match 사용하기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724351" y="5338953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있는 열거형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724351" y="6177343"/>
            <a:ext cx="3840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패턴에서 변수를 사용한 match 문장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724351" y="7519797"/>
            <a:ext cx="2194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표현식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724351" y="8358188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724351" y="9700641"/>
            <a:ext cx="3383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if-let 및 while-let 구조</a:t>
            </a:r>
            <a:endParaRPr lang="en-US" sz="2665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369" y="642938"/>
            <a:ext cx="544982" cy="1931899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936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370" y="2070259"/>
            <a:ext cx="237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3716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16072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0116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5544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나열형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192572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4572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4834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열거형과 관계 연산자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경우 처리하기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181873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74"/>
              </a:lnSpc>
              <a:buNone/>
            </a:pPr>
            <a:r>
              <a:rPr lang="en-US" sz="44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숫자와 함께 match 사용하기</a:t>
            </a:r>
            <a:endParaRPr lang="en-US" sz="44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있는 열거형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890" y="2235879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74"/>
              </a:lnSpc>
              <a:buNone/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패턴에서 변수를 사용한 match 문장</a:t>
            </a:r>
            <a:endParaRPr lang="en-US" sz="355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8957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표현식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03" y="2207590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89"/>
              </a:lnSpc>
              <a:buNone/>
            </a:pPr>
            <a:r>
              <a:rPr lang="en-US" sz="4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구조에서 가드 사용하기</a:t>
            </a:r>
            <a:endParaRPr lang="en-US" sz="414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63" y="2070259"/>
            <a:ext cx="7680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if-let 및 while-let 구조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2023-11-28T23:51:19Z</dcterms:created>
  <dcterms:modified xsi:type="dcterms:W3CDTF">2023-11-28T23:51:19Z</dcterms:modified>
</cp:coreProperties>
</file>