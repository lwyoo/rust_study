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4817" y="1769364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939"/>
              </a:lnSpc>
              <a:buNone/>
            </a:pPr>
            <a:r>
              <a:rPr lang="en-US" sz="45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4568" dirty="0"/>
          </a:p>
          <a:p>
            <a:pPr algn="l" indent="0" marL="0">
              <a:lnSpc>
                <a:spcPts val="5939"/>
              </a:lnSpc>
              <a:buNone/>
            </a:pPr>
            <a:r>
              <a:rPr lang="en-US" sz="45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01-01-05</a:t>
            </a:r>
            <a:endParaRPr lang="en-US" sz="456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6968" y="1903095"/>
            <a:ext cx="210312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3807" dirty="0"/>
          </a:p>
          <a:p>
            <a:pPr algn="ctr" indent="0" marL="0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01-01-05</a:t>
            </a:r>
            <a:endParaRPr lang="en-US" sz="3807" dirty="0"/>
          </a:p>
        </p:txBody>
      </p:sp>
      <p:sp>
        <p:nvSpPr>
          <p:cNvPr id="3" name="Text 1"/>
          <p:cNvSpPr/>
          <p:nvPr/>
        </p:nvSpPr>
        <p:spPr>
          <a:xfrm>
            <a:off x="3624682" y="642938"/>
            <a:ext cx="2743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값과 이름의 연결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3624682" y="1481328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가변 변수</a:t>
            </a:r>
            <a:endParaRPr lang="en-US" sz="2665" dirty="0"/>
          </a:p>
        </p:txBody>
      </p:sp>
      <p:sp>
        <p:nvSpPr>
          <p:cNvPr id="5" name="Text 3"/>
          <p:cNvSpPr/>
          <p:nvPr/>
        </p:nvSpPr>
        <p:spPr>
          <a:xfrm>
            <a:off x="3624682" y="2319719"/>
            <a:ext cx="39319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변이되지 않은 가변 변수</a:t>
            </a:r>
            <a:endParaRPr lang="en-US" sz="2665" dirty="0"/>
          </a:p>
        </p:txBody>
      </p:sp>
      <p:sp>
        <p:nvSpPr>
          <p:cNvPr id="6" name="Text 4"/>
          <p:cNvSpPr/>
          <p:nvPr/>
        </p:nvSpPr>
        <p:spPr>
          <a:xfrm>
            <a:off x="3624682" y="3158109"/>
            <a:ext cx="23774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 초기화 변수</a:t>
            </a:r>
            <a:endParaRPr lang="en-US" sz="2665" dirty="0"/>
          </a:p>
        </p:txBody>
      </p:sp>
      <p:sp>
        <p:nvSpPr>
          <p:cNvPr id="7" name="Text 5"/>
          <p:cNvSpPr/>
          <p:nvPr/>
        </p:nvSpPr>
        <p:spPr>
          <a:xfrm>
            <a:off x="3624682" y="3996500"/>
            <a:ext cx="14630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_의 사용</a:t>
            </a:r>
            <a:endParaRPr lang="en-US" sz="2665" dirty="0"/>
          </a:p>
        </p:txBody>
      </p:sp>
      <p:sp>
        <p:nvSpPr>
          <p:cNvPr id="8" name="Text 6"/>
          <p:cNvSpPr/>
          <p:nvPr/>
        </p:nvSpPr>
        <p:spPr>
          <a:xfrm>
            <a:off x="3624682" y="4834890"/>
            <a:ext cx="11887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부울 값</a:t>
            </a:r>
            <a:endParaRPr lang="en-US" sz="2665" dirty="0"/>
          </a:p>
        </p:txBody>
      </p:sp>
      <p:sp>
        <p:nvSpPr>
          <p:cNvPr id="9" name="Text 7"/>
          <p:cNvSpPr/>
          <p:nvPr/>
        </p:nvSpPr>
        <p:spPr>
          <a:xfrm>
            <a:off x="3624682" y="5673281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부울 표현식</a:t>
            </a:r>
            <a:endParaRPr lang="en-US" sz="2665" dirty="0"/>
          </a:p>
        </p:txBody>
      </p:sp>
      <p:sp>
        <p:nvSpPr>
          <p:cNvPr id="10" name="Text 8"/>
          <p:cNvSpPr/>
          <p:nvPr/>
        </p:nvSpPr>
        <p:spPr>
          <a:xfrm>
            <a:off x="3624682" y="6511671"/>
            <a:ext cx="42976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대입 연산에서의 타입 유지</a:t>
            </a:r>
            <a:endParaRPr lang="en-US" sz="2665" dirty="0"/>
          </a:p>
        </p:txBody>
      </p:sp>
      <p:sp>
        <p:nvSpPr>
          <p:cNvPr id="11" name="Text 9"/>
          <p:cNvSpPr/>
          <p:nvPr/>
        </p:nvSpPr>
        <p:spPr>
          <a:xfrm>
            <a:off x="3624682" y="7350062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추론</a:t>
            </a:r>
            <a:endParaRPr lang="en-US" sz="2665" dirty="0"/>
          </a:p>
        </p:txBody>
      </p:sp>
      <p:sp>
        <p:nvSpPr>
          <p:cNvPr id="12" name="Text 10"/>
          <p:cNvSpPr/>
          <p:nvPr/>
        </p:nvSpPr>
        <p:spPr>
          <a:xfrm>
            <a:off x="3624682" y="8188452"/>
            <a:ext cx="35661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및 가변성의 변경</a:t>
            </a:r>
            <a:endParaRPr lang="en-US" sz="2665" dirty="0"/>
          </a:p>
        </p:txBody>
      </p:sp>
      <p:sp>
        <p:nvSpPr>
          <p:cNvPr id="13" name="Text 11"/>
          <p:cNvSpPr/>
          <p:nvPr/>
        </p:nvSpPr>
        <p:spPr>
          <a:xfrm>
            <a:off x="3624682" y="9026843"/>
            <a:ext cx="2743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복합 할당 연산자</a:t>
            </a:r>
            <a:endParaRPr lang="en-US" sz="2665" dirty="0"/>
          </a:p>
        </p:txBody>
      </p:sp>
      <p:sp>
        <p:nvSpPr>
          <p:cNvPr id="14" name="Text 12"/>
          <p:cNvSpPr/>
          <p:nvPr/>
        </p:nvSpPr>
        <p:spPr>
          <a:xfrm>
            <a:off x="3624682" y="9865233"/>
            <a:ext cx="43891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 라이브 러리의 함수 사용</a:t>
            </a:r>
            <a:endParaRPr lang="en-US" sz="2665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78785" y="642938"/>
            <a:ext cx="544982" cy="1931899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78785" y="2568664"/>
            <a:ext cx="544982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54150" y="2070259"/>
            <a:ext cx="58521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값과 이름의 연결</a:t>
            </a:r>
            <a:endParaRPr lang="en-US" sz="571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594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가변 변수</a:t>
            </a:r>
            <a:endParaRPr lang="en-US" sz="571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10892"/>
            <a:ext cx="768096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819"/>
              </a:lnSpc>
              <a:buNone/>
            </a:pPr>
            <a:r>
              <a:rPr lang="en-US" sz="52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변이되지 않은 가변 변수</a:t>
            </a:r>
            <a:endParaRPr lang="en-US" sz="524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40026" y="2070259"/>
            <a:ext cx="51206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 초기화 변수</a:t>
            </a:r>
            <a:endParaRPr lang="en-US" sz="571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91586" y="2070259"/>
            <a:ext cx="30175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_의 사용</a:t>
            </a:r>
            <a:endParaRPr lang="en-US" sz="571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6470" y="2070259"/>
            <a:ext cx="25603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부울 값</a:t>
            </a:r>
            <a:endParaRPr lang="en-US" sz="571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4717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부울 표현식</a:t>
            </a:r>
            <a:endParaRPr lang="en-US" sz="571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146" y="2148440"/>
            <a:ext cx="777240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269"/>
              </a:lnSpc>
              <a:buNone/>
            </a:pPr>
            <a:r>
              <a:rPr lang="en-US" sz="48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대입 연산에서의 타입 유지</a:t>
            </a:r>
            <a:endParaRPr lang="en-US" sz="482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594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추론</a:t>
            </a:r>
            <a:endParaRPr lang="en-US" sz="571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070259"/>
            <a:ext cx="75895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및 가변성의 변경</a:t>
            </a:r>
            <a:endParaRPr lang="en-US" sz="571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54150" y="2070259"/>
            <a:ext cx="58521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복합 할당 연산자</a:t>
            </a:r>
            <a:endParaRPr lang="en-US" sz="571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403" y="2189074"/>
            <a:ext cx="77724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664"/>
              </a:lnSpc>
              <a:buNone/>
            </a:pPr>
            <a:r>
              <a:rPr lang="en-US" sz="435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 라이브 러리의 함수 사용</a:t>
            </a:r>
            <a:endParaRPr lang="en-US" sz="4357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0787" y="2070259"/>
            <a:ext cx="3931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71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2023-11-28T23:48:24Z</dcterms:created>
  <dcterms:modified xsi:type="dcterms:W3CDTF">2023-11-28T23:48:24Z</dcterms:modified>
</cp:coreProperties>
</file>