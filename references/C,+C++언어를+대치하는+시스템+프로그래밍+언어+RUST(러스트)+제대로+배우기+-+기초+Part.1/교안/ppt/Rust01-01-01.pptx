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3.png"/><Relationship Id="rId14" Type="http://schemas.openxmlformats.org/officeDocument/2006/relationships/image" Target="../media/image-8-14.svg"/><Relationship Id="rId15" Type="http://schemas.openxmlformats.org/officeDocument/2006/relationships/image" Target="../media/image-8-15.png"/><Relationship Id="rId16" Type="http://schemas.openxmlformats.org/officeDocument/2006/relationships/image" Target="../media/image-8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svg"/><Relationship Id="rId5" Type="http://schemas.openxmlformats.org/officeDocument/2006/relationships/image" Target="../media/image-16-5.png"/><Relationship Id="rId6" Type="http://schemas.openxmlformats.org/officeDocument/2006/relationships/image" Target="../media/image-16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46297" y="1707642"/>
            <a:ext cx="1737360" cy="174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</a:t>
            </a:r>
            <a:endParaRPr lang="en-US" sz="3046" dirty="0"/>
          </a:p>
          <a:p>
            <a:pPr algn="l" indent="0" marL="0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01-01-01</a:t>
            </a:r>
            <a:endParaRPr lang="en-US" sz="3046" dirty="0"/>
          </a:p>
          <a:p>
            <a:pPr algn="l" indent="0" marL="0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시작하기</a:t>
            </a:r>
            <a:endParaRPr lang="en-US" sz="304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7242" y="1815656"/>
            <a:ext cx="1463040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</a:t>
            </a:r>
            <a:endParaRPr lang="en-US" sz="2665" dirty="0"/>
          </a:p>
          <a:p>
            <a:pPr algn="ctr" indent="0" marL="0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01-01-01</a:t>
            </a:r>
            <a:endParaRPr lang="en-US" sz="2665" dirty="0"/>
          </a:p>
          <a:p>
            <a:pPr algn="ctr" indent="0" marL="0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시작하기</a:t>
            </a:r>
            <a:endParaRPr lang="en-US" sz="2665" dirty="0"/>
          </a:p>
        </p:txBody>
      </p:sp>
      <p:sp>
        <p:nvSpPr>
          <p:cNvPr id="3" name="Text 1"/>
          <p:cNvSpPr/>
          <p:nvPr/>
        </p:nvSpPr>
        <p:spPr>
          <a:xfrm>
            <a:off x="3675888" y="642938"/>
            <a:ext cx="34747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준비 : mind map</a:t>
            </a:r>
            <a:endParaRPr lang="en-US" sz="2665" dirty="0"/>
          </a:p>
        </p:txBody>
      </p:sp>
      <p:sp>
        <p:nvSpPr>
          <p:cNvPr id="4" name="Text 2"/>
          <p:cNvSpPr/>
          <p:nvPr/>
        </p:nvSpPr>
        <p:spPr>
          <a:xfrm>
            <a:off x="3675888" y="1481328"/>
            <a:ext cx="15544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RUST란?</a:t>
            </a:r>
            <a:endParaRPr lang="en-US" sz="2665" dirty="0"/>
          </a:p>
        </p:txBody>
      </p:sp>
      <p:sp>
        <p:nvSpPr>
          <p:cNvPr id="5" name="Text 3"/>
          <p:cNvSpPr/>
          <p:nvPr/>
        </p:nvSpPr>
        <p:spPr>
          <a:xfrm>
            <a:off x="3675888" y="2319719"/>
            <a:ext cx="14630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 구성</a:t>
            </a:r>
            <a:endParaRPr lang="en-US" sz="2665" dirty="0"/>
          </a:p>
        </p:txBody>
      </p:sp>
      <p:sp>
        <p:nvSpPr>
          <p:cNvPr id="6" name="Text 4"/>
          <p:cNvSpPr/>
          <p:nvPr/>
        </p:nvSpPr>
        <p:spPr>
          <a:xfrm>
            <a:off x="3675888" y="3158109"/>
            <a:ext cx="2286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시작하는 방법</a:t>
            </a:r>
            <a:endParaRPr lang="en-US" sz="2665" dirty="0"/>
          </a:p>
        </p:txBody>
      </p:sp>
      <p:sp>
        <p:nvSpPr>
          <p:cNvPr id="7" name="Text 5"/>
          <p:cNvSpPr/>
          <p:nvPr/>
        </p:nvSpPr>
        <p:spPr>
          <a:xfrm>
            <a:off x="3675888" y="3996500"/>
            <a:ext cx="21031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Hello, World!</a:t>
            </a:r>
            <a:endParaRPr lang="en-US" sz="2665" dirty="0"/>
          </a:p>
        </p:txBody>
      </p:sp>
      <p:sp>
        <p:nvSpPr>
          <p:cNvPr id="8" name="Text 6"/>
          <p:cNvSpPr/>
          <p:nvPr/>
        </p:nvSpPr>
        <p:spPr>
          <a:xfrm>
            <a:off x="3675888" y="4834890"/>
            <a:ext cx="42976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문자열 리터럴 조합 출력하기</a:t>
            </a:r>
            <a:endParaRPr lang="en-US" sz="2665" dirty="0"/>
          </a:p>
        </p:txBody>
      </p:sp>
      <p:sp>
        <p:nvSpPr>
          <p:cNvPr id="9" name="Text 7"/>
          <p:cNvSpPr/>
          <p:nvPr/>
        </p:nvSpPr>
        <p:spPr>
          <a:xfrm>
            <a:off x="3675888" y="6177343"/>
            <a:ext cx="42976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여러 줄의 텍스트 출력하기</a:t>
            </a:r>
            <a:endParaRPr lang="en-US" sz="2665" dirty="0"/>
          </a:p>
        </p:txBody>
      </p:sp>
      <p:sp>
        <p:nvSpPr>
          <p:cNvPr id="10" name="Text 8"/>
          <p:cNvSpPr/>
          <p:nvPr/>
        </p:nvSpPr>
        <p:spPr>
          <a:xfrm>
            <a:off x="3675888" y="7015734"/>
            <a:ext cx="31089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정수 숫자 출력하기</a:t>
            </a:r>
            <a:endParaRPr lang="en-US" sz="2665" dirty="0"/>
          </a:p>
        </p:txBody>
      </p:sp>
      <p:sp>
        <p:nvSpPr>
          <p:cNvPr id="11" name="Text 9"/>
          <p:cNvSpPr/>
          <p:nvPr/>
        </p:nvSpPr>
        <p:spPr>
          <a:xfrm>
            <a:off x="3675888" y="7854125"/>
            <a:ext cx="7315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주석</a:t>
            </a:r>
            <a:endParaRPr lang="en-US" sz="2665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30906" y="642938"/>
            <a:ext cx="544982" cy="1931899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30906" y="2568664"/>
            <a:ext cx="544982" cy="19288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4380" y="2070259"/>
            <a:ext cx="76809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준비 : mind map</a:t>
            </a:r>
            <a:endParaRPr lang="en-US" sz="571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06270" y="1907724"/>
            <a:ext cx="2377440" cy="1337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915"/>
              </a:lnSpc>
              <a:buNone/>
            </a:pPr>
            <a:r>
              <a:rPr lang="en-US" sz="35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준비 : mind map</a:t>
            </a:r>
            <a:endParaRPr lang="en-US" sz="3511" dirty="0"/>
          </a:p>
        </p:txBody>
      </p:sp>
      <p:sp>
        <p:nvSpPr>
          <p:cNvPr id="3" name="Text 1"/>
          <p:cNvSpPr/>
          <p:nvPr/>
        </p:nvSpPr>
        <p:spPr>
          <a:xfrm>
            <a:off x="4572000" y="1592942"/>
            <a:ext cx="7315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강사</a:t>
            </a:r>
            <a:endParaRPr lang="en-US" sz="2665" dirty="0"/>
          </a:p>
        </p:txBody>
      </p:sp>
      <p:sp>
        <p:nvSpPr>
          <p:cNvPr id="4" name="Text 2"/>
          <p:cNvSpPr/>
          <p:nvPr/>
        </p:nvSpPr>
        <p:spPr>
          <a:xfrm>
            <a:off x="4572000" y="3046495"/>
            <a:ext cx="10058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xmind</a:t>
            </a:r>
            <a:endParaRPr lang="en-US" sz="2665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27018" y="1592942"/>
            <a:ext cx="544982" cy="982923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27018" y="2570207"/>
            <a:ext cx="544982" cy="9788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552308"/>
            <a:ext cx="146304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강사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922537"/>
            <a:ext cx="155448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이성용</a:t>
            </a:r>
            <a:endParaRPr lang="en-US" sz="38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488425"/>
            <a:ext cx="1543507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준비 : mind map</a:t>
            </a:r>
            <a:endParaRPr lang="en-US" sz="973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552308"/>
            <a:ext cx="219456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xmind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922537"/>
            <a:ext cx="649224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https://xmind.app/download/</a:t>
            </a:r>
            <a:endParaRPr lang="en-US" sz="38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488425"/>
            <a:ext cx="6406286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준비 : mind map</a:t>
            </a:r>
            <a:endParaRPr lang="en-US" sz="973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00477" y="2070259"/>
            <a:ext cx="33832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RUST란?</a:t>
            </a:r>
            <a:endParaRPr lang="en-US" sz="571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246888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RUST란?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RUST란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의 역사</a:t>
            </a:r>
            <a:endParaRPr lang="en-US" sz="2115" dirty="0"/>
          </a:p>
        </p:txBody>
      </p:sp>
      <p:sp>
        <p:nvSpPr>
          <p:cNvPr id="5" name="Text 3"/>
          <p:cNvSpPr/>
          <p:nvPr/>
        </p:nvSpPr>
        <p:spPr>
          <a:xfrm>
            <a:off x="891540" y="3207487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개발 환경 설정:</a:t>
            </a:r>
            <a:endParaRPr lang="en-US" sz="2115" dirty="0"/>
          </a:p>
        </p:txBody>
      </p:sp>
      <p:sp>
        <p:nvSpPr>
          <p:cNvPr id="6" name="Text 4"/>
          <p:cNvSpPr/>
          <p:nvPr/>
        </p:nvSpPr>
        <p:spPr>
          <a:xfrm>
            <a:off x="891540" y="3915747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개발 환경 확인:</a:t>
            </a:r>
            <a:endParaRPr lang="en-US" sz="2115" dirty="0"/>
          </a:p>
        </p:txBody>
      </p:sp>
      <p:sp>
        <p:nvSpPr>
          <p:cNvPr id="7" name="Text 5"/>
          <p:cNvSpPr/>
          <p:nvPr/>
        </p:nvSpPr>
        <p:spPr>
          <a:xfrm>
            <a:off x="891540" y="4624521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첫 번째 Rust 프로그램 컴파일:</a:t>
            </a:r>
            <a:endParaRPr lang="en-US" sz="2115" dirty="0"/>
          </a:p>
        </p:txBody>
      </p:sp>
      <p:sp>
        <p:nvSpPr>
          <p:cNvPr id="8" name="Text 6"/>
          <p:cNvSpPr/>
          <p:nvPr/>
        </p:nvSpPr>
        <p:spPr>
          <a:xfrm>
            <a:off x="891540" y="5333295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VSCode를 이용한 Rust 개발 환경 설정:</a:t>
            </a:r>
            <a:endParaRPr lang="en-US" sz="2115" dirty="0"/>
          </a:p>
        </p:txBody>
      </p:sp>
      <p:sp>
        <p:nvSpPr>
          <p:cNvPr id="9" name="Text 7"/>
          <p:cNvSpPr/>
          <p:nvPr/>
        </p:nvSpPr>
        <p:spPr>
          <a:xfrm>
            <a:off x="891540" y="6042069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IntelliJ Rust 플러그인 설정:</a:t>
            </a:r>
            <a:endParaRPr lang="en-US" sz="2115" dirty="0"/>
          </a:p>
        </p:txBody>
      </p:sp>
      <p:sp>
        <p:nvSpPr>
          <p:cNvPr id="10" name="Text 8"/>
          <p:cNvSpPr/>
          <p:nvPr/>
        </p:nvSpPr>
        <p:spPr>
          <a:xfrm>
            <a:off x="891540" y="6750329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RustRover를 이용한 Rust 개발 환경 설정:</a:t>
            </a:r>
            <a:endParaRPr lang="en-US" sz="2115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3207487"/>
            <a:ext cx="85954" cy="400164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3174" y="3915747"/>
            <a:ext cx="85954" cy="400164"/>
          </a:xfrm>
          <a:prstGeom prst="rect">
            <a:avLst/>
          </a:prstGeom>
        </p:spPr>
      </p:pic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3174" y="4624521"/>
            <a:ext cx="85954" cy="400164"/>
          </a:xfrm>
          <a:prstGeom prst="rect">
            <a:avLst/>
          </a:prstGeom>
        </p:spPr>
      </p:pic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03174" y="5333295"/>
            <a:ext cx="85954" cy="400164"/>
          </a:xfrm>
          <a:prstGeom prst="rect">
            <a:avLst/>
          </a:prstGeom>
        </p:spPr>
      </p:pic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03174" y="6042069"/>
            <a:ext cx="85954" cy="400164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03174" y="6750329"/>
            <a:ext cx="85954" cy="4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552308"/>
            <a:ext cx="274320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RUST란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922537"/>
            <a:ext cx="210312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개발언어</a:t>
            </a:r>
            <a:endParaRPr lang="en-US" sz="38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488425"/>
            <a:ext cx="2680106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64008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RUST란?</a:t>
            </a:r>
            <a:endParaRPr lang="en-US" sz="973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539496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개발 환경 설정: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언어를 Windows 시스템에 설치하는 방법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https://www.rust-lang.org/</a:t>
            </a:r>
            <a:endParaRPr lang="en-US" sz="2115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6946" y="205740"/>
            <a:ext cx="64008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RUST란?</a:t>
            </a:r>
            <a:endParaRPr lang="en-US" sz="973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539496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개발 환경 확인: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Rust가 정상적으로 설치되었는지 확인하기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커맨드 프롬프트 또는 PowerShell을 사용하여 Rust 및 Cargo 버전을 확인하는 방법</a:t>
            </a:r>
            <a:endParaRPr lang="en-US" sz="2115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6946" y="205740"/>
            <a:ext cx="64008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RUST란?</a:t>
            </a:r>
            <a:endParaRPr lang="en-US" sz="973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874395"/>
            <a:ext cx="7680960" cy="1903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VSCode를 이용한 Rust 개발 환경 설정: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3180740"/>
            <a:ext cx="7680960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27"/>
              </a:lnSpc>
              <a:buNone/>
            </a:pPr>
            <a:r>
              <a:rPr lang="en-US" sz="287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Studio Code (VSCode)를 설치하고 Rust 개발을 위한 확장 기능을 추가하는 방법</a:t>
            </a:r>
            <a:endParaRPr lang="en-US" sz="2876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746629"/>
            <a:ext cx="7669987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64008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RUST란?</a:t>
            </a:r>
            <a:endParaRPr lang="en-US" sz="973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50138"/>
            <a:ext cx="7223760" cy="1903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IntelliJ Rust 플러그인 설정: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956998"/>
            <a:ext cx="7680960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90"/>
              </a:lnSpc>
              <a:buNone/>
            </a:pPr>
            <a:r>
              <a:rPr lang="en-US" sz="27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IntelliJ IDEA 또는 기타 JetBrains IDE와 함께 사용할 수 있는 IntelliJ Rust 플러그인을 설치하고 설정하는 방법</a:t>
            </a:r>
            <a:endParaRPr lang="en-US" sz="27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522372"/>
            <a:ext cx="7647127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64008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RUST란?</a:t>
            </a:r>
            <a:endParaRPr lang="en-US" sz="973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50138"/>
            <a:ext cx="6766560" cy="1903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RustRover를 이용한 Rust 개발 환경 설정: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956998"/>
            <a:ext cx="7680960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90"/>
              </a:lnSpc>
              <a:buNone/>
            </a:pPr>
            <a:r>
              <a:rPr lang="en-US" sz="27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JetBrains에서 개발한 Rust 개발을 위한 통합 개발 환경 (IDE)인 RustRover를 소개하고 기능 및 설정 방법</a:t>
            </a:r>
            <a:endParaRPr lang="en-US" sz="27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522372"/>
            <a:ext cx="7647127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64008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RUST란?</a:t>
            </a:r>
            <a:endParaRPr lang="en-US" sz="973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610" y="2070259"/>
            <a:ext cx="31089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 구성</a:t>
            </a:r>
            <a:endParaRPr lang="en-US" sz="571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22860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 구성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https://code.visualstudio.com/download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https://www.jetbrains.com/ko-kr/idea/download/?section=windows</a:t>
            </a:r>
            <a:endParaRPr lang="en-US" sz="2115" dirty="0"/>
          </a:p>
        </p:txBody>
      </p:sp>
      <p:sp>
        <p:nvSpPr>
          <p:cNvPr id="5" name="Text 3"/>
          <p:cNvSpPr/>
          <p:nvPr/>
        </p:nvSpPr>
        <p:spPr>
          <a:xfrm>
            <a:off x="891540" y="3607137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https://www.jetbrains.com/ko-kr/rust/</a:t>
            </a:r>
            <a:endParaRPr lang="en-US" sz="211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3607137"/>
            <a:ext cx="85954" cy="40016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48840" y="2070259"/>
            <a:ext cx="48463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시작하는 방법</a:t>
            </a:r>
            <a:endParaRPr lang="en-US" sz="571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00046" y="2070259"/>
            <a:ext cx="47548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Hello, World!</a:t>
            </a:r>
            <a:endParaRPr lang="en-US" sz="571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633" y="2181873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774"/>
              </a:lnSpc>
              <a:buNone/>
            </a:pPr>
            <a:r>
              <a:rPr lang="en-US" sz="444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문자열 리터럴 조합 출력하기</a:t>
            </a:r>
            <a:endParaRPr lang="en-US" sz="4442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4146" y="2148440"/>
            <a:ext cx="7772400" cy="874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6269"/>
              </a:lnSpc>
              <a:buNone/>
            </a:pPr>
            <a:r>
              <a:rPr lang="en-US" sz="48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여러 줄의 텍스트 출력하기</a:t>
            </a:r>
            <a:endParaRPr lang="en-US" sz="4822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69187" y="2070259"/>
            <a:ext cx="66751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정수 숫자 출력하기</a:t>
            </a:r>
            <a:endParaRPr lang="en-US" sz="5711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0246" y="2070259"/>
            <a:ext cx="15544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주석</a:t>
            </a:r>
            <a:endParaRPr lang="en-US" sz="5711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40787" y="2070259"/>
            <a:ext cx="39319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71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2023-11-28T23:46:51Z</dcterms:created>
  <dcterms:modified xsi:type="dcterms:W3CDTF">2023-11-28T23:46:51Z</dcterms:modified>
</cp:coreProperties>
</file>