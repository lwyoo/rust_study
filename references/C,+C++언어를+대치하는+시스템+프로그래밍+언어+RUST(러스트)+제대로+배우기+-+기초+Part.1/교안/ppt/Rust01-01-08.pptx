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01-01-08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7225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01-01-08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4455871" y="642938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455871" y="1481328"/>
            <a:ext cx="1645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(if)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45587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표현식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455871" y="3158109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루프 (while)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4455871" y="3996500"/>
            <a:ext cx="26517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 (loop)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4455871" y="4834890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계수 루프 (for)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4455871" y="5673281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0889" y="642938"/>
            <a:ext cx="544982" cy="1931899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088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55778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순서를 바꾸는 구문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57784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순서를 바꾸는 구문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반복문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74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7373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반복문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제어문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4523" y="2070259"/>
            <a:ext cx="3566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(if)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1970" y="2070259"/>
            <a:ext cx="60350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루프 (while)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2846" y="2070259"/>
            <a:ext cx="5669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 (loop)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2770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계수 루프 (for)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2023-11-28T23:49:10Z</dcterms:created>
  <dcterms:modified xsi:type="dcterms:W3CDTF">2023-11-28T23:49:10Z</dcterms:modified>
</cp:coreProperties>
</file>