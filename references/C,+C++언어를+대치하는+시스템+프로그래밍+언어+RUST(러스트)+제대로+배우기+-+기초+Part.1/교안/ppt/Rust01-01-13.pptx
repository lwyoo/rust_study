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2950" y="1707642"/>
            <a:ext cx="21945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01-01-13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815656"/>
            <a:ext cx="19202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01-01-13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483489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01573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7854125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8692515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724351" y="9530906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724351" y="10369296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14630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[]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44018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5486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[]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3832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길이, 타입고정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3777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2743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400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#[]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410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524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8229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{:?}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571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7243" y="196378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501"/>
              </a:lnSpc>
              <a:buNone/>
            </a:pPr>
            <a:r>
              <a:rPr lang="en-US" sz="32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3215" dirty="0"/>
          </a:p>
        </p:txBody>
      </p:sp>
      <p:sp>
        <p:nvSpPr>
          <p:cNvPr id="3" name="Text 1"/>
          <p:cNvSpPr/>
          <p:nvPr/>
        </p:nvSpPr>
        <p:spPr>
          <a:xfrm>
            <a:off x="4572000" y="1592942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3046495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1592942"/>
            <a:ext cx="544982" cy="9829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70207"/>
            <a:ext cx="544982" cy="9788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14630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0972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복사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44018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14630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7373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.clone()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7199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2023-11-28T23:50:20Z</dcterms:created>
  <dcterms:modified xsi:type="dcterms:W3CDTF">2023-11-28T23:50:20Z</dcterms:modified>
</cp:coreProperties>
</file>